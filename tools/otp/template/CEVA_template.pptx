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4"/>
    <p:sldMasterId id="2147483705" r:id="rId5"/>
    <p:sldMasterId id="2147483718" r:id="rId6"/>
  </p:sldMasterIdLst>
  <p:notesMasterIdLst>
    <p:notesMasterId r:id="rId17"/>
  </p:notesMasterIdLst>
  <p:sldIdLst>
    <p:sldId id="324" r:id="rId7"/>
    <p:sldId id="350" r:id="rId8"/>
    <p:sldId id="351" r:id="rId9"/>
    <p:sldId id="352" r:id="rId10"/>
    <p:sldId id="353" r:id="rId11"/>
    <p:sldId id="354" r:id="rId12"/>
    <p:sldId id="355" r:id="rId13"/>
    <p:sldId id="356" r:id="rId14"/>
    <p:sldId id="357" r:id="rId15"/>
    <p:sldId id="358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7" pos="2139" userDrawn="1">
          <p15:clr>
            <a:srgbClr val="A4A3A4"/>
          </p15:clr>
        </p15:guide>
        <p15:guide id="10" pos="2910" userDrawn="1">
          <p15:clr>
            <a:srgbClr val="A4A3A4"/>
          </p15:clr>
        </p15:guide>
        <p15:guide id="14" pos="6788" userDrawn="1">
          <p15:clr>
            <a:srgbClr val="A4A3A4"/>
          </p15:clr>
        </p15:guide>
        <p15:guide id="15" pos="3541" userDrawn="1">
          <p15:clr>
            <a:srgbClr val="A4A3A4"/>
          </p15:clr>
        </p15:guide>
        <p15:guide id="16" pos="7310" userDrawn="1">
          <p15:clr>
            <a:srgbClr val="A4A3A4"/>
          </p15:clr>
        </p15:guide>
        <p15:guide id="20" pos="7174" userDrawn="1">
          <p15:clr>
            <a:srgbClr val="A4A3A4"/>
          </p15:clr>
        </p15:guide>
        <p15:guide id="21" pos="597" userDrawn="1">
          <p15:clr>
            <a:srgbClr val="A4A3A4"/>
          </p15:clr>
        </p15:guide>
        <p15:guide id="22" orient="horz" pos="3680" userDrawn="1">
          <p15:clr>
            <a:srgbClr val="A4A3A4"/>
          </p15:clr>
        </p15:guide>
        <p15:guide id="29" pos="2955" userDrawn="1">
          <p15:clr>
            <a:srgbClr val="A4A3A4"/>
          </p15:clr>
        </p15:guide>
        <p15:guide id="33" pos="6312" userDrawn="1">
          <p15:clr>
            <a:srgbClr val="A4A3A4"/>
          </p15:clr>
        </p15:guide>
        <p15:guide id="34" orient="horz" pos="754" userDrawn="1">
          <p15:clr>
            <a:srgbClr val="A4A3A4"/>
          </p15:clr>
        </p15:guide>
        <p15:guide id="35" pos="71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1D49"/>
    <a:srgbClr val="FFBDBD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202FD5-8BD1-4698-90CB-BB36B910C71A}" v="1" dt="2026-09-23T10:43:57.9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2139"/>
        <p:guide pos="2910"/>
        <p:guide pos="6788"/>
        <p:guide pos="3541"/>
        <p:guide pos="7310"/>
        <p:guide pos="7174"/>
        <p:guide pos="597"/>
        <p:guide orient="horz" pos="3680"/>
        <p:guide pos="2955"/>
        <p:guide pos="6312"/>
        <p:guide orient="horz" pos="754"/>
        <p:guide pos="7129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40A08-0A64-2A4C-A642-873FDF17548F}" type="datetimeFigureOut">
              <a:rPr lang="fr-FR" smtClean="0"/>
              <a:t>02/10/2026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6E3020-9244-854A-AE5B-9577821CBF6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1758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6E3020-9244-854A-AE5B-9577821CBF6A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0739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6E3020-9244-854A-AE5B-9577821CBF6A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59016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6E3020-9244-854A-AE5B-9577821CBF6A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71773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6E3020-9244-854A-AE5B-9577821CBF6A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2460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pour une image  2">
            <a:extLst>
              <a:ext uri="{FF2B5EF4-FFF2-40B4-BE49-F238E27FC236}">
                <a16:creationId xmlns:a16="http://schemas.microsoft.com/office/drawing/2014/main" id="{2E363DFE-0A71-BA40-BDA1-50ACC5C7878A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582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Picture</a:t>
            </a:r>
          </a:p>
        </p:txBody>
      </p:sp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EA5BECAE-D013-1B45-98AC-F459003328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6623" y="3479753"/>
            <a:ext cx="7391980" cy="155031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3400" b="1">
                <a:solidFill>
                  <a:srgbClr val="FF0000"/>
                </a:solidFill>
              </a:defRPr>
            </a:lvl1pPr>
            <a:lvl2pPr marL="12700" indent="0">
              <a:lnSpc>
                <a:spcPct val="100000"/>
              </a:lnSpc>
              <a:buNone/>
              <a:tabLst/>
              <a:defRPr sz="3400" b="1">
                <a:solidFill>
                  <a:schemeClr val="bg1"/>
                </a:solidFill>
              </a:defRPr>
            </a:lvl2pPr>
            <a:lvl3pPr marL="12700" indent="0">
              <a:lnSpc>
                <a:spcPct val="100000"/>
              </a:lnSpc>
              <a:buNone/>
              <a:tabLst/>
              <a:defRPr sz="2000" b="0"/>
            </a:lvl3pPr>
            <a:lvl4pPr marL="12700" indent="0">
              <a:lnSpc>
                <a:spcPct val="100000"/>
              </a:lnSpc>
              <a:buNone/>
              <a:tabLst/>
              <a:defRPr sz="1400" b="1"/>
            </a:lvl4pPr>
            <a:lvl5pPr marL="12700" indent="0">
              <a:lnSpc>
                <a:spcPct val="100000"/>
              </a:lnSpc>
              <a:buNone/>
              <a:tabLst/>
              <a:defRPr sz="1400" b="1"/>
            </a:lvl5pPr>
          </a:lstStyle>
          <a:p>
            <a:pPr lvl="0"/>
            <a:r>
              <a:rPr lang="fr-FR"/>
              <a:t>TITLE OF THE CHAPTER</a:t>
            </a:r>
          </a:p>
          <a:p>
            <a:pPr lvl="1"/>
            <a:r>
              <a:rPr lang="fr-FR"/>
              <a:t>BUB TITLE</a:t>
            </a:r>
          </a:p>
        </p:txBody>
      </p:sp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64070E47-C044-2C44-BE6F-AC10AD69A4EC}"/>
              </a:ext>
            </a:extLst>
          </p:cNvPr>
          <p:cNvSpPr txBox="1">
            <a:spLocks/>
          </p:cNvSpPr>
          <p:nvPr userDrawn="1"/>
        </p:nvSpPr>
        <p:spPr>
          <a:xfrm>
            <a:off x="604707" y="6159500"/>
            <a:ext cx="4500563" cy="457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700" b="0" i="0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CHANGE STYLES OF MASK TEXT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54329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0F69C1-169A-904A-8CCE-76B9021FE3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470" y="873125"/>
            <a:ext cx="10658474" cy="817563"/>
          </a:xfrm>
          <a:prstGeom prst="rect">
            <a:avLst/>
          </a:prstGeom>
        </p:spPr>
        <p:txBody>
          <a:bodyPr/>
          <a:lstStyle/>
          <a:p>
            <a:r>
              <a:rPr lang="fr-FR" err="1"/>
              <a:t>Title</a:t>
            </a:r>
            <a:r>
              <a:rPr lang="fr-FR"/>
              <a:t> of the page</a:t>
            </a:r>
          </a:p>
        </p:txBody>
      </p:sp>
      <p:sp>
        <p:nvSpPr>
          <p:cNvPr id="5" name="Espace réservé du texte 6">
            <a:extLst>
              <a:ext uri="{FF2B5EF4-FFF2-40B4-BE49-F238E27FC236}">
                <a16:creationId xmlns:a16="http://schemas.microsoft.com/office/drawing/2014/main" id="{77BB9805-6303-FF4D-9B59-6CE1F301AC0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6470" y="362998"/>
            <a:ext cx="8507669" cy="560388"/>
          </a:xfrm>
        </p:spPr>
        <p:txBody>
          <a:bodyPr>
            <a:noAutofit/>
          </a:bodyPr>
          <a:lstStyle>
            <a:lvl1pPr marL="0" indent="0">
              <a:buNone/>
              <a:defRPr lang="fr-FR" smtClean="0">
                <a:effectLst/>
              </a:defRPr>
            </a:lvl1pPr>
            <a:lvl2pPr marL="457200" indent="0">
              <a:buNone/>
              <a:defRPr sz="12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r>
              <a:rPr lang="fr-FR">
                <a:effectLst/>
                <a:latin typeface="Helvetica Neue" panose="02000503000000020004" pitchFamily="2" charset="0"/>
              </a:rPr>
              <a:t>TITLE OF THE CHAPTER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7" name="Espace réservé du texte 2">
            <a:extLst>
              <a:ext uri="{FF2B5EF4-FFF2-40B4-BE49-F238E27FC236}">
                <a16:creationId xmlns:a16="http://schemas.microsoft.com/office/drawing/2014/main" id="{E59A6AA3-0079-2C4F-9CFB-ACFA33450D26}"/>
              </a:ext>
            </a:extLst>
          </p:cNvPr>
          <p:cNvSpPr txBox="1">
            <a:spLocks/>
          </p:cNvSpPr>
          <p:nvPr userDrawn="1"/>
        </p:nvSpPr>
        <p:spPr>
          <a:xfrm>
            <a:off x="604707" y="6159500"/>
            <a:ext cx="4500563" cy="457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700" b="0" i="0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CHANGE STYLES OF MASK TEXT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39554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space réservé du contenu 2">
            <a:extLst>
              <a:ext uri="{FF2B5EF4-FFF2-40B4-BE49-F238E27FC236}">
                <a16:creationId xmlns:a16="http://schemas.microsoft.com/office/drawing/2014/main" id="{D2FC9CEF-E826-5A45-939F-880CD4C4E91E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07357" y="3283131"/>
            <a:ext cx="5084988" cy="273825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fr-FR" smtClean="0">
                <a:effectLst/>
              </a:defRPr>
            </a:lvl1pPr>
          </a:lstStyle>
          <a:p>
            <a:r>
              <a:rPr lang="fr-FR" err="1">
                <a:effectLst/>
                <a:latin typeface="Helvetica Neue" panose="02000503000000020004" pitchFamily="2" charset="0"/>
              </a:rPr>
              <a:t>Text</a:t>
            </a:r>
            <a:r>
              <a:rPr lang="fr-FR">
                <a:effectLst/>
                <a:latin typeface="Helvetica Neue" panose="02000503000000020004" pitchFamily="2" charset="0"/>
              </a:rPr>
              <a:t> to </a:t>
            </a:r>
            <a:r>
              <a:rPr lang="fr-FR" err="1">
                <a:effectLst/>
                <a:latin typeface="Helvetica Neue" panose="02000503000000020004" pitchFamily="2" charset="0"/>
              </a:rPr>
              <a:t>describe</a:t>
            </a:r>
            <a:endParaRPr lang="fr-FR">
              <a:effectLst/>
              <a:latin typeface="Helvetica Neue" panose="02000503000000020004" pitchFamily="2" charset="0"/>
            </a:endParaRP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5218AE18-DCFC-C447-8883-FB1492A56DB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6470" y="2151471"/>
            <a:ext cx="5330825" cy="844550"/>
          </a:xfrm>
        </p:spPr>
        <p:txBody>
          <a:bodyPr>
            <a:noAutofit/>
          </a:bodyPr>
          <a:lstStyle>
            <a:lvl1pPr marL="0" indent="0">
              <a:buNone/>
              <a:defRPr lang="fr-FR" smtClean="0">
                <a:effectLst/>
              </a:defRPr>
            </a:lvl1pPr>
            <a:lvl2pPr>
              <a:defRPr sz="3000" b="1"/>
            </a:lvl2pPr>
            <a:lvl3pPr>
              <a:defRPr sz="3000" b="1"/>
            </a:lvl3pPr>
            <a:lvl4pPr>
              <a:defRPr sz="3000" b="1"/>
            </a:lvl4pPr>
            <a:lvl5pPr>
              <a:defRPr sz="3000" b="1"/>
            </a:lvl5pPr>
          </a:lstStyle>
          <a:p>
            <a:r>
              <a:rPr lang="fr-FR" err="1">
                <a:effectLst/>
                <a:latin typeface="Helvetica Neue" panose="02000503000000020004" pitchFamily="2" charset="0"/>
              </a:rPr>
              <a:t>Title</a:t>
            </a:r>
            <a:r>
              <a:rPr lang="fr-FR">
                <a:effectLst/>
                <a:latin typeface="Helvetica Neue" panose="02000503000000020004" pitchFamily="2" charset="0"/>
              </a:rPr>
              <a:t> of the page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25DE0A85-84C9-AF41-8B2F-3129B8508A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470" y="362998"/>
            <a:ext cx="8507669" cy="560388"/>
          </a:xfrm>
        </p:spPr>
        <p:txBody>
          <a:bodyPr>
            <a:noAutofit/>
          </a:bodyPr>
          <a:lstStyle>
            <a:lvl1pPr marL="0" indent="0">
              <a:buNone/>
              <a:defRPr lang="fr-FR" smtClean="0">
                <a:effectLst/>
              </a:defRPr>
            </a:lvl1pPr>
            <a:lvl2pPr marL="457200" indent="0">
              <a:buNone/>
              <a:defRPr sz="12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r>
              <a:rPr lang="fr-FR">
                <a:effectLst/>
                <a:latin typeface="Helvetica Neue" panose="02000503000000020004" pitchFamily="2" charset="0"/>
              </a:rPr>
              <a:t>TITLE OF THE CHAPTER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A8A58A9-3937-A048-8F19-2F1BE328810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65643" y="908050"/>
            <a:ext cx="5262832" cy="5113338"/>
          </a:xfrm>
        </p:spPr>
        <p:txBody>
          <a:bodyPr/>
          <a:lstStyle/>
          <a:p>
            <a:r>
              <a:rPr lang="fr-FR" err="1"/>
              <a:t>picture</a:t>
            </a:r>
            <a:endParaRPr lang="fr-FR"/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0898ABA4-F9A3-0245-B88A-D6A66DDA246D}"/>
              </a:ext>
            </a:extLst>
          </p:cNvPr>
          <p:cNvGrpSpPr/>
          <p:nvPr userDrawn="1"/>
        </p:nvGrpSpPr>
        <p:grpSpPr>
          <a:xfrm>
            <a:off x="695325" y="5293914"/>
            <a:ext cx="1076647" cy="68821"/>
            <a:chOff x="821701" y="1985167"/>
            <a:chExt cx="1076647" cy="6882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1D83F3C-1878-AD48-8589-9313F29C0FA2}"/>
                </a:ext>
              </a:extLst>
            </p:cNvPr>
            <p:cNvSpPr/>
            <p:nvPr/>
          </p:nvSpPr>
          <p:spPr>
            <a:xfrm>
              <a:off x="821701" y="1985167"/>
              <a:ext cx="1076647" cy="688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D9CAF6C-C220-FD4D-967D-BB28952C2C3A}"/>
                </a:ext>
              </a:extLst>
            </p:cNvPr>
            <p:cNvSpPr/>
            <p:nvPr/>
          </p:nvSpPr>
          <p:spPr>
            <a:xfrm>
              <a:off x="821701" y="1985167"/>
              <a:ext cx="788024" cy="68821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75BE6815-B112-A74F-A388-83659BDCB55F}"/>
              </a:ext>
            </a:extLst>
          </p:cNvPr>
          <p:cNvSpPr txBox="1">
            <a:spLocks/>
          </p:cNvSpPr>
          <p:nvPr userDrawn="1"/>
        </p:nvSpPr>
        <p:spPr>
          <a:xfrm>
            <a:off x="604707" y="6159500"/>
            <a:ext cx="4500563" cy="457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700" b="0" i="0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CHANGE STYLES OF MASK TEXT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5552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CCESS 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space réservé pour une image  2">
            <a:extLst>
              <a:ext uri="{FF2B5EF4-FFF2-40B4-BE49-F238E27FC236}">
                <a16:creationId xmlns:a16="http://schemas.microsoft.com/office/drawing/2014/main" id="{4353D3AD-69FD-054A-8082-273C677A35CA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2505296" y="1793470"/>
            <a:ext cx="3002041" cy="2216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err="1"/>
              <a:t>picture</a:t>
            </a:r>
            <a:endParaRPr lang="fr-FR"/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86501B93-2055-A84A-9EF1-07A066612D5B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5895975" y="1793470"/>
            <a:ext cx="6188400" cy="21335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spcAft>
                <a:spcPts val="900"/>
              </a:spcAft>
              <a:buNone/>
              <a:defRPr lang="fr-FR" smtClean="0">
                <a:effectLst/>
              </a:defRPr>
            </a:lvl1pPr>
            <a:lvl2pPr marL="179388" indent="-171450">
              <a:buFont typeface=".Lucida Grande UI Regular"/>
              <a:buChar char="►"/>
              <a:tabLst/>
              <a:defRPr sz="1250" b="1"/>
            </a:lvl2pPr>
            <a:lvl3pPr marL="179388" indent="0">
              <a:buNone/>
              <a:tabLst/>
              <a:defRPr sz="1250"/>
            </a:lvl3pPr>
          </a:lstStyle>
          <a:p>
            <a:r>
              <a:rPr lang="fr-FR">
                <a:effectLst/>
                <a:latin typeface="Helvetica Neue" panose="02000503000000020004" pitchFamily="2" charset="0"/>
              </a:rPr>
              <a:t>CEVA SOLUTION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r>
              <a:rPr lang="fr-FR"/>
              <a:t>  </a:t>
            </a:r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0"/>
            <a:endParaRPr lang="fr-FR"/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BD3E88A2-E9CD-4B44-9F78-4E2E5FDFC1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470" y="362998"/>
            <a:ext cx="8507669" cy="560388"/>
          </a:xfrm>
        </p:spPr>
        <p:txBody>
          <a:bodyPr>
            <a:noAutofit/>
          </a:bodyPr>
          <a:lstStyle>
            <a:lvl1pPr marL="0" indent="0">
              <a:buNone/>
              <a:defRPr lang="fr-FR" smtClean="0">
                <a:effectLst/>
              </a:defRPr>
            </a:lvl1pPr>
            <a:lvl2pPr marL="457200" indent="0">
              <a:buNone/>
              <a:defRPr sz="11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r>
              <a:rPr lang="fr-FR">
                <a:effectLst/>
                <a:latin typeface="Helvetica Neue" panose="02000503000000020004" pitchFamily="2" charset="0"/>
              </a:rPr>
              <a:t>TITLE OF THE CHAPTER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11" name="Espace réservé du contenu 3">
            <a:extLst>
              <a:ext uri="{FF2B5EF4-FFF2-40B4-BE49-F238E27FC236}">
                <a16:creationId xmlns:a16="http://schemas.microsoft.com/office/drawing/2014/main" id="{F7B6A880-32A5-004C-857A-2AD77204232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96469" y="873125"/>
            <a:ext cx="11331371" cy="82136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fr-FR" smtClean="0">
                <a:effectLst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.Lucida Grande UI Regular"/>
              <a:buNone/>
              <a:tabLst/>
              <a:defRPr sz="2000" b="1">
                <a:solidFill>
                  <a:schemeClr val="accent2"/>
                </a:solidFill>
              </a:defRPr>
            </a:lvl2pPr>
            <a:lvl3pPr marL="914400" indent="-558800">
              <a:buNone/>
              <a:tabLst/>
              <a:defRPr/>
            </a:lvl3pPr>
            <a:lvl4pPr marL="1828800" indent="-1473200">
              <a:buNone/>
              <a:tabLst/>
              <a:defRPr/>
            </a:lvl4pPr>
            <a:lvl5pPr marL="1828800" indent="-1473200">
              <a:buNone/>
              <a:tabLst/>
              <a:defRPr/>
            </a:lvl5pPr>
          </a:lstStyle>
          <a:p>
            <a:r>
              <a:rPr lang="fr-FR" err="1">
                <a:effectLst/>
                <a:latin typeface="Helvetica Neue" panose="02000503000000020004" pitchFamily="2" charset="0"/>
              </a:rPr>
              <a:t>Ceva</a:t>
            </a:r>
            <a:r>
              <a:rPr lang="fr-FR"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effectLst/>
                <a:latin typeface="Helvetica Neue" panose="02000503000000020004" pitchFamily="2" charset="0"/>
              </a:rPr>
              <a:t>Success</a:t>
            </a:r>
            <a:r>
              <a:rPr lang="fr-FR">
                <a:effectLst/>
                <a:latin typeface="Helvetica Neue" panose="02000503000000020004" pitchFamily="2" charset="0"/>
              </a:rPr>
              <a:t> story</a:t>
            </a:r>
          </a:p>
          <a:p>
            <a:pPr lvl="1"/>
            <a:r>
              <a:rPr lang="fr-FR"/>
              <a:t>Sentence to </a:t>
            </a:r>
            <a:r>
              <a:rPr lang="fr-FR" err="1"/>
              <a:t>present</a:t>
            </a:r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AB713E-1971-C449-9183-186CCA4EA190}"/>
              </a:ext>
            </a:extLst>
          </p:cNvPr>
          <p:cNvSpPr/>
          <p:nvPr userDrawn="1"/>
        </p:nvSpPr>
        <p:spPr>
          <a:xfrm>
            <a:off x="706211" y="1783860"/>
            <a:ext cx="4791600" cy="2226513"/>
          </a:xfrm>
          <a:prstGeom prst="rect">
            <a:avLst/>
          </a:prstGeom>
          <a:noFill/>
          <a:ln w="3492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28717D-E6FF-114C-97FB-9047141DDE62}"/>
              </a:ext>
            </a:extLst>
          </p:cNvPr>
          <p:cNvSpPr/>
          <p:nvPr userDrawn="1"/>
        </p:nvSpPr>
        <p:spPr bwMode="auto">
          <a:xfrm>
            <a:off x="696685" y="4010373"/>
            <a:ext cx="4821465" cy="1866552"/>
          </a:xfrm>
          <a:prstGeom prst="rect">
            <a:avLst/>
          </a:prstGeom>
          <a:solidFill>
            <a:schemeClr val="tx2">
              <a:alpha val="50000"/>
            </a:schemeClr>
          </a:solidFill>
          <a:ln w="349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6" name="Espace réservé du contenu 3">
            <a:extLst>
              <a:ext uri="{FF2B5EF4-FFF2-40B4-BE49-F238E27FC236}">
                <a16:creationId xmlns:a16="http://schemas.microsoft.com/office/drawing/2014/main" id="{BB2F79C8-0174-F44E-838C-72A6F33E9358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95326" y="4182485"/>
            <a:ext cx="4739456" cy="1686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fr-FR" smtClean="0">
                <a:effectLst/>
              </a:defRPr>
            </a:lvl1pPr>
            <a:lvl2pPr marL="182563" indent="-177800">
              <a:buFont typeface=".Lucida Grande UI Regular"/>
              <a:buChar char="►"/>
              <a:tabLst/>
              <a:defRPr sz="1100" b="1"/>
            </a:lvl2pPr>
            <a:lvl3pPr marL="182563" indent="0">
              <a:buNone/>
              <a:tabLst/>
              <a:defRPr sz="1100"/>
            </a:lvl3pPr>
            <a:lvl4pPr marL="182563" indent="0">
              <a:buNone/>
              <a:tabLst/>
              <a:defRPr/>
            </a:lvl4pPr>
            <a:lvl5pPr marL="182563" indent="0">
              <a:buNone/>
              <a:tabLst/>
              <a:defRPr/>
            </a:lvl5pPr>
          </a:lstStyle>
          <a:p>
            <a:r>
              <a:rPr lang="fr-FR">
                <a:effectLst/>
                <a:latin typeface="Helvetica Neue" panose="02000503000000020004" pitchFamily="2" charset="0"/>
              </a:rPr>
              <a:t>CHALLENGE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22BAE4-40F9-124E-9050-17949B8F302A}"/>
              </a:ext>
            </a:extLst>
          </p:cNvPr>
          <p:cNvSpPr/>
          <p:nvPr userDrawn="1"/>
        </p:nvSpPr>
        <p:spPr bwMode="auto">
          <a:xfrm>
            <a:off x="5760337" y="4010585"/>
            <a:ext cx="6188400" cy="399600"/>
          </a:xfrm>
          <a:prstGeom prst="rect">
            <a:avLst/>
          </a:pr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20" name="Espace réservé du contenu 2">
            <a:extLst>
              <a:ext uri="{FF2B5EF4-FFF2-40B4-BE49-F238E27FC236}">
                <a16:creationId xmlns:a16="http://schemas.microsoft.com/office/drawing/2014/main" id="{405A6C37-5695-154C-B9B4-0581B585BEED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895975" y="4068724"/>
            <a:ext cx="6188400" cy="18082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fr-FR" smtClean="0">
                <a:effectLst/>
              </a:defRPr>
            </a:lvl1pPr>
            <a:lvl2pPr marL="179388" indent="-171450">
              <a:buClr>
                <a:schemeClr val="accent2"/>
              </a:buClr>
              <a:buFont typeface=".Lucida Grande UI Regular"/>
              <a:buChar char="►"/>
              <a:tabLst/>
              <a:defRPr sz="1250" b="1"/>
            </a:lvl2pPr>
            <a:lvl3pPr marL="179388" indent="0">
              <a:buNone/>
              <a:tabLst/>
              <a:defRPr sz="1250"/>
            </a:lvl3pPr>
          </a:lstStyle>
          <a:p>
            <a:r>
              <a:rPr lang="fr-FR">
                <a:effectLst/>
                <a:latin typeface="Helvetica Neue" panose="02000503000000020004" pitchFamily="2" charset="0"/>
              </a:rPr>
              <a:t>RESULTS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r>
              <a:rPr lang="fr-FR"/>
              <a:t>  </a:t>
            </a:r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0"/>
            <a:endParaRPr lang="fr-FR"/>
          </a:p>
        </p:txBody>
      </p:sp>
      <p:sp>
        <p:nvSpPr>
          <p:cNvPr id="24" name="Espace réservé du contenu 3">
            <a:extLst>
              <a:ext uri="{FF2B5EF4-FFF2-40B4-BE49-F238E27FC236}">
                <a16:creationId xmlns:a16="http://schemas.microsoft.com/office/drawing/2014/main" id="{CC2B0A6D-5C9D-B14D-80F4-80155B3018C5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95351" y="2749947"/>
            <a:ext cx="1485899" cy="9778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lang="fr-FR" sz="2000" smtClean="0">
                <a:effectLst/>
              </a:defRPr>
            </a:lvl1pPr>
            <a:lvl2pPr marL="4762" indent="0">
              <a:buFont typeface=".Lucida Grande UI Regular"/>
              <a:buNone/>
              <a:tabLst/>
              <a:defRPr sz="1100" i="1">
                <a:solidFill>
                  <a:schemeClr val="bg2"/>
                </a:solidFill>
              </a:defRPr>
            </a:lvl2pPr>
            <a:lvl3pPr marL="355600" indent="0">
              <a:buNone/>
              <a:tabLst/>
              <a:defRPr sz="1100" i="1">
                <a:solidFill>
                  <a:schemeClr val="bg2"/>
                </a:solidFill>
              </a:defRPr>
            </a:lvl3pPr>
            <a:lvl4pPr marL="355600" indent="0">
              <a:buNone/>
              <a:tabLst/>
              <a:defRPr sz="1100" i="1">
                <a:solidFill>
                  <a:schemeClr val="bg2"/>
                </a:solidFill>
              </a:defRPr>
            </a:lvl4pPr>
            <a:lvl5pPr marL="355600" indent="0">
              <a:buNone/>
              <a:tabLst/>
              <a:defRPr sz="1100" i="1">
                <a:solidFill>
                  <a:schemeClr val="bg2"/>
                </a:solidFill>
              </a:defRPr>
            </a:lvl5pPr>
          </a:lstStyle>
          <a:p>
            <a:r>
              <a:rPr lang="fr-FR">
                <a:effectLst/>
                <a:latin typeface="Helvetica Neue" panose="02000503000000020004" pitchFamily="2" charset="0"/>
              </a:rPr>
              <a:t>Click to change styles of </a:t>
            </a:r>
            <a:r>
              <a:rPr lang="fr-FR" err="1">
                <a:effectLst/>
                <a:latin typeface="Helvetica Neue" panose="02000503000000020004" pitchFamily="2" charset="0"/>
              </a:rPr>
              <a:t>mask</a:t>
            </a:r>
            <a:r>
              <a:rPr lang="fr-FR"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effectLst/>
                <a:latin typeface="Helvetica Neue" panose="02000503000000020004" pitchFamily="2" charset="0"/>
              </a:rPr>
              <a:t>text</a:t>
            </a:r>
            <a:endParaRPr lang="fr-FR">
              <a:effectLst/>
              <a:latin typeface="Helvetica Neue" panose="02000503000000020004" pitchFamily="2" charset="0"/>
            </a:endParaRPr>
          </a:p>
        </p:txBody>
      </p:sp>
      <p:sp>
        <p:nvSpPr>
          <p:cNvPr id="25" name="Espace réservé du texte 2">
            <a:extLst>
              <a:ext uri="{FF2B5EF4-FFF2-40B4-BE49-F238E27FC236}">
                <a16:creationId xmlns:a16="http://schemas.microsoft.com/office/drawing/2014/main" id="{F052DAC5-8035-4E40-9FB6-97472EC3B2F5}"/>
              </a:ext>
            </a:extLst>
          </p:cNvPr>
          <p:cNvSpPr txBox="1">
            <a:spLocks/>
          </p:cNvSpPr>
          <p:nvPr userDrawn="1"/>
        </p:nvSpPr>
        <p:spPr>
          <a:xfrm>
            <a:off x="604707" y="6159500"/>
            <a:ext cx="4500563" cy="457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700" b="0" i="0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CHANGE STYLES OF MASK TEXT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296875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VA-BENEF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Espace réservé pour une image  2">
            <a:extLst>
              <a:ext uri="{FF2B5EF4-FFF2-40B4-BE49-F238E27FC236}">
                <a16:creationId xmlns:a16="http://schemas.microsoft.com/office/drawing/2014/main" id="{F0AE66D9-1C4C-7445-9F76-2FD653A51A3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95324" y="1433512"/>
            <a:ext cx="5049493" cy="45878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err="1"/>
              <a:t>picture</a:t>
            </a:r>
            <a:endParaRPr lang="fr-FR"/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86501B93-2055-A84A-9EF1-07A066612D5B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5979009" y="1391439"/>
            <a:ext cx="6188400" cy="158097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spcAft>
                <a:spcPts val="900"/>
              </a:spcAft>
              <a:buNone/>
              <a:defRPr lang="fr-FR" smtClean="0">
                <a:effectLst/>
              </a:defRPr>
            </a:lvl1pPr>
            <a:lvl2pPr marL="179388" indent="-169863">
              <a:buSzPct val="80000"/>
              <a:buFont typeface=".Lucida Grande UI Regular"/>
              <a:buChar char="►"/>
              <a:tabLst/>
              <a:defRPr sz="1600" b="1"/>
            </a:lvl2pPr>
            <a:lvl3pPr marL="179388" indent="-169863">
              <a:buSzPct val="80000"/>
              <a:buFont typeface=".Lucida Grande UI Regular"/>
              <a:buChar char="►"/>
              <a:tabLst/>
              <a:defRPr sz="1600"/>
            </a:lvl3pPr>
          </a:lstStyle>
          <a:p>
            <a:r>
              <a:rPr lang="fr-FR">
                <a:effectLst/>
                <a:latin typeface="Helvetica Neue" panose="02000503000000020004" pitchFamily="2" charset="0"/>
              </a:rPr>
              <a:t>Click to </a:t>
            </a:r>
            <a:r>
              <a:rPr lang="fr-FR" err="1">
                <a:effectLst/>
                <a:latin typeface="Helvetica Neue" panose="02000503000000020004" pitchFamily="2" charset="0"/>
              </a:rPr>
              <a:t>write</a:t>
            </a:r>
            <a:r>
              <a:rPr lang="fr-FR"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effectLst/>
                <a:latin typeface="Helvetica Neue" panose="02000503000000020004" pitchFamily="2" charset="0"/>
              </a:rPr>
              <a:t>some</a:t>
            </a:r>
            <a:r>
              <a:rPr lang="fr-FR"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effectLst/>
                <a:latin typeface="Helvetica Neue" panose="02000503000000020004" pitchFamily="2" charset="0"/>
              </a:rPr>
              <a:t>text</a:t>
            </a:r>
            <a:endParaRPr lang="fr-FR">
              <a:effectLst/>
              <a:latin typeface="Helvetica Neue" panose="02000503000000020004" pitchFamily="2" charset="0"/>
            </a:endParaRPr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BD3E88A2-E9CD-4B44-9F78-4E2E5FDFC1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470" y="362998"/>
            <a:ext cx="8507669" cy="560388"/>
          </a:xfrm>
        </p:spPr>
        <p:txBody>
          <a:bodyPr>
            <a:noAutofit/>
          </a:bodyPr>
          <a:lstStyle>
            <a:lvl1pPr marL="0" indent="0">
              <a:buNone/>
              <a:defRPr lang="fr-FR" smtClean="0">
                <a:effectLst/>
              </a:defRPr>
            </a:lvl1pPr>
            <a:lvl2pPr marL="457200" indent="0">
              <a:buNone/>
              <a:defRPr sz="11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r>
              <a:rPr lang="fr-FR">
                <a:effectLst/>
                <a:latin typeface="Helvetica Neue" panose="02000503000000020004" pitchFamily="2" charset="0"/>
              </a:rPr>
              <a:t>TITLE OF THE CHAPTER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11" name="Espace réservé du contenu 3">
            <a:extLst>
              <a:ext uri="{FF2B5EF4-FFF2-40B4-BE49-F238E27FC236}">
                <a16:creationId xmlns:a16="http://schemas.microsoft.com/office/drawing/2014/main" id="{F7B6A880-32A5-004C-857A-2AD77204232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96469" y="873125"/>
            <a:ext cx="11331371" cy="4790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fr-FR" smtClean="0">
                <a:effectLst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.Lucida Grande UI Regular"/>
              <a:buNone/>
              <a:tabLst/>
              <a:defRPr sz="2000" b="1">
                <a:solidFill>
                  <a:schemeClr val="accent2"/>
                </a:solidFill>
              </a:defRPr>
            </a:lvl2pPr>
            <a:lvl3pPr marL="914400" indent="-558800">
              <a:buNone/>
              <a:tabLst/>
              <a:defRPr/>
            </a:lvl3pPr>
            <a:lvl4pPr marL="1828800" indent="-1473200">
              <a:buNone/>
              <a:tabLst/>
              <a:defRPr/>
            </a:lvl4pPr>
            <a:lvl5pPr marL="1828800" indent="-1473200">
              <a:buNone/>
              <a:tabLst/>
              <a:defRPr/>
            </a:lvl5pPr>
          </a:lstStyle>
          <a:p>
            <a:r>
              <a:rPr lang="fr-FR" err="1">
                <a:effectLst/>
                <a:latin typeface="Helvetica Neue" panose="02000503000000020004" pitchFamily="2" charset="0"/>
              </a:rPr>
              <a:t>Title</a:t>
            </a:r>
            <a:r>
              <a:rPr lang="fr-FR">
                <a:effectLst/>
                <a:latin typeface="Helvetica Neue" panose="02000503000000020004" pitchFamily="2" charset="0"/>
              </a:rPr>
              <a:t> of the page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22BAE4-40F9-124E-9050-17949B8F302A}"/>
              </a:ext>
            </a:extLst>
          </p:cNvPr>
          <p:cNvSpPr/>
          <p:nvPr userDrawn="1"/>
        </p:nvSpPr>
        <p:spPr bwMode="auto">
          <a:xfrm>
            <a:off x="6096000" y="4469427"/>
            <a:ext cx="5832475" cy="369332"/>
          </a:xfrm>
          <a:prstGeom prst="rect">
            <a:avLst/>
          </a:pr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20" name="Espace réservé du contenu 2">
            <a:extLst>
              <a:ext uri="{FF2B5EF4-FFF2-40B4-BE49-F238E27FC236}">
                <a16:creationId xmlns:a16="http://schemas.microsoft.com/office/drawing/2014/main" id="{405A6C37-5695-154C-B9B4-0581B585BEED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096000" y="4502165"/>
            <a:ext cx="5832475" cy="33274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lang="fr-FR" smtClean="0">
                <a:effectLst/>
              </a:defRPr>
            </a:lvl1pPr>
            <a:lvl2pPr marL="179388" indent="-171450">
              <a:buClr>
                <a:schemeClr val="accent2"/>
              </a:buClr>
              <a:buFont typeface=".Lucida Grande UI Regular"/>
              <a:buChar char="►"/>
              <a:tabLst/>
              <a:defRPr sz="1250" b="1"/>
            </a:lvl2pPr>
            <a:lvl3pPr marL="179388" indent="0">
              <a:buNone/>
              <a:tabLst/>
              <a:defRPr sz="1250"/>
            </a:lvl3pPr>
          </a:lstStyle>
          <a:p>
            <a:r>
              <a:rPr lang="fr-FR">
                <a:effectLst/>
                <a:latin typeface="Helvetica Neue" panose="02000503000000020004" pitchFamily="2" charset="0"/>
              </a:rPr>
              <a:t>CEVA </a:t>
            </a:r>
            <a:r>
              <a:rPr lang="fr-FR" err="1">
                <a:effectLst/>
                <a:latin typeface="Helvetica Neue" panose="02000503000000020004" pitchFamily="2" charset="0"/>
              </a:rPr>
              <a:t>benefits</a:t>
            </a:r>
            <a:endParaRPr lang="fr-FR">
              <a:effectLst/>
              <a:latin typeface="Helvetica Neue" panose="02000503000000020004" pitchFamily="2" charset="0"/>
            </a:endParaRPr>
          </a:p>
        </p:txBody>
      </p:sp>
      <p:sp>
        <p:nvSpPr>
          <p:cNvPr id="34" name="Espace réservé du contenu 2">
            <a:extLst>
              <a:ext uri="{FF2B5EF4-FFF2-40B4-BE49-F238E27FC236}">
                <a16:creationId xmlns:a16="http://schemas.microsoft.com/office/drawing/2014/main" id="{8298B245-B9A8-3343-8D65-DA66877DC9A0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5979009" y="4905375"/>
            <a:ext cx="5949466" cy="1580979"/>
          </a:xfrm>
          <a:prstGeom prst="rect">
            <a:avLst/>
          </a:prstGeom>
        </p:spPr>
        <p:txBody>
          <a:bodyPr numCol="2">
            <a:normAutofit/>
          </a:bodyPr>
          <a:lstStyle>
            <a:lvl1pPr marL="185738" indent="-176213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Font typeface=".Lucida Grande UI Regular"/>
              <a:buChar char="►"/>
              <a:tabLst/>
              <a:defRPr lang="fr-FR" smtClean="0">
                <a:effectLst/>
              </a:defRPr>
            </a:lvl1pPr>
            <a:lvl2pPr marL="185738" indent="-176213">
              <a:buClr>
                <a:schemeClr val="accent2"/>
              </a:buClr>
              <a:buSzPct val="100000"/>
              <a:buFont typeface=".Lucida Grande UI Regular"/>
              <a:buChar char="►"/>
              <a:tabLst/>
              <a:defRPr sz="1400" b="0"/>
            </a:lvl2pPr>
            <a:lvl3pPr marL="179388" indent="-169863">
              <a:buSzPct val="80000"/>
              <a:buFont typeface=".Lucida Grande UI Regular"/>
              <a:buChar char="►"/>
              <a:tabLst/>
              <a:defRPr sz="1400"/>
            </a:lvl3pPr>
          </a:lstStyle>
          <a:p>
            <a:r>
              <a:rPr lang="fr-FR">
                <a:effectLst/>
                <a:latin typeface="Helvetica Neue" panose="02000503000000020004" pitchFamily="2" charset="0"/>
              </a:rPr>
              <a:t>Click to change styles of </a:t>
            </a:r>
            <a:r>
              <a:rPr lang="fr-FR" err="1">
                <a:effectLst/>
                <a:latin typeface="Helvetica Neue" panose="02000503000000020004" pitchFamily="2" charset="0"/>
              </a:rPr>
              <a:t>mask</a:t>
            </a:r>
            <a:r>
              <a:rPr lang="fr-FR"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effectLst/>
                <a:latin typeface="Helvetica Neue" panose="02000503000000020004" pitchFamily="2" charset="0"/>
              </a:rPr>
              <a:t>text</a:t>
            </a:r>
            <a:endParaRPr lang="fr-FR">
              <a:effectLst/>
              <a:latin typeface="Helvetica Neue" panose="02000503000000020004" pitchFamily="2" charset="0"/>
            </a:endParaRP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0"/>
            <a:endParaRPr lang="fr-FR"/>
          </a:p>
        </p:txBody>
      </p:sp>
      <p:sp>
        <p:nvSpPr>
          <p:cNvPr id="35" name="Espace réservé du contenu 2">
            <a:extLst>
              <a:ext uri="{FF2B5EF4-FFF2-40B4-BE49-F238E27FC236}">
                <a16:creationId xmlns:a16="http://schemas.microsoft.com/office/drawing/2014/main" id="{A68BA2AF-CB4F-6A4A-9F99-ABF24B7C04B1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5979009" y="2039255"/>
            <a:ext cx="5949466" cy="2363556"/>
          </a:xfrm>
          <a:prstGeom prst="rect">
            <a:avLst/>
          </a:prstGeom>
        </p:spPr>
        <p:txBody>
          <a:bodyPr numCol="2">
            <a:normAutofit/>
          </a:bodyPr>
          <a:lstStyle>
            <a:lvl1pPr marL="185738" indent="-176213">
              <a:spcBef>
                <a:spcPts val="5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.Lucida Grande UI Regular"/>
              <a:buChar char="►"/>
              <a:tabLst/>
              <a:defRPr lang="fr-FR" smtClean="0">
                <a:effectLst/>
              </a:defRPr>
            </a:lvl1pPr>
            <a:lvl2pPr marL="185738" indent="-176213">
              <a:buClr>
                <a:schemeClr val="tx1"/>
              </a:buClr>
              <a:buSzPct val="80000"/>
              <a:buFont typeface=".Lucida Grande UI Regular"/>
              <a:buChar char="►"/>
              <a:tabLst/>
              <a:defRPr sz="1600" b="0"/>
            </a:lvl2pPr>
            <a:lvl3pPr marL="179388" indent="-169863">
              <a:buSzPct val="80000"/>
              <a:buFont typeface=".Lucida Grande UI Regular"/>
              <a:buChar char="►"/>
              <a:tabLst/>
              <a:defRPr sz="1400"/>
            </a:lvl3pPr>
          </a:lstStyle>
          <a:p>
            <a:r>
              <a:rPr lang="fr-FR">
                <a:effectLst/>
                <a:latin typeface="Helvetica Neue" panose="02000503000000020004" pitchFamily="2" charset="0"/>
              </a:rPr>
              <a:t>Click to </a:t>
            </a:r>
            <a:r>
              <a:rPr lang="fr-FR" err="1">
                <a:effectLst/>
                <a:latin typeface="Helvetica Neue" panose="02000503000000020004" pitchFamily="2" charset="0"/>
              </a:rPr>
              <a:t>write</a:t>
            </a:r>
            <a:r>
              <a:rPr lang="fr-FR"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effectLst/>
                <a:latin typeface="Helvetica Neue" panose="02000503000000020004" pitchFamily="2" charset="0"/>
              </a:rPr>
              <a:t>some</a:t>
            </a:r>
            <a:r>
              <a:rPr lang="fr-FR"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effectLst/>
                <a:latin typeface="Helvetica Neue" panose="02000503000000020004" pitchFamily="2" charset="0"/>
              </a:rPr>
              <a:t>text</a:t>
            </a:r>
            <a:endParaRPr lang="fr-FR">
              <a:effectLst/>
              <a:latin typeface="Helvetica Neue" panose="02000503000000020004" pitchFamily="2" charset="0"/>
            </a:endParaRP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0"/>
            <a:endParaRPr lang="fr-FR"/>
          </a:p>
        </p:txBody>
      </p:sp>
      <p:sp>
        <p:nvSpPr>
          <p:cNvPr id="37" name="Espace réservé du texte 2">
            <a:extLst>
              <a:ext uri="{FF2B5EF4-FFF2-40B4-BE49-F238E27FC236}">
                <a16:creationId xmlns:a16="http://schemas.microsoft.com/office/drawing/2014/main" id="{79564850-2D77-3A4F-8A06-DCFF2B2C3349}"/>
              </a:ext>
            </a:extLst>
          </p:cNvPr>
          <p:cNvSpPr txBox="1">
            <a:spLocks/>
          </p:cNvSpPr>
          <p:nvPr userDrawn="1"/>
        </p:nvSpPr>
        <p:spPr>
          <a:xfrm>
            <a:off x="604707" y="6159500"/>
            <a:ext cx="4500563" cy="457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700" b="0" i="0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CHANGE STYLES OF MASK TEXT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8654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VA-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4D1D703-690F-794F-A12A-3CB2118001BB}"/>
              </a:ext>
            </a:extLst>
          </p:cNvPr>
          <p:cNvSpPr/>
          <p:nvPr userDrawn="1"/>
        </p:nvSpPr>
        <p:spPr>
          <a:xfrm>
            <a:off x="6480422" y="1597234"/>
            <a:ext cx="5448053" cy="3846128"/>
          </a:xfrm>
          <a:prstGeom prst="rect">
            <a:avLst/>
          </a:prstGeom>
          <a:solidFill>
            <a:schemeClr val="tx2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5EE61E-B64F-0D4A-A7BE-0FC43D08E4E9}"/>
              </a:ext>
            </a:extLst>
          </p:cNvPr>
          <p:cNvSpPr/>
          <p:nvPr userDrawn="1"/>
        </p:nvSpPr>
        <p:spPr>
          <a:xfrm>
            <a:off x="688619" y="2060708"/>
            <a:ext cx="11233155" cy="167015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20F69C1-169A-904A-8CCE-76B9021FE3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470" y="873125"/>
            <a:ext cx="10658474" cy="817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fr-FR" err="1"/>
              <a:t>Title</a:t>
            </a:r>
            <a:endParaRPr lang="fr-FR"/>
          </a:p>
        </p:txBody>
      </p:sp>
      <p:sp>
        <p:nvSpPr>
          <p:cNvPr id="5" name="Espace réservé du texte 6">
            <a:extLst>
              <a:ext uri="{FF2B5EF4-FFF2-40B4-BE49-F238E27FC236}">
                <a16:creationId xmlns:a16="http://schemas.microsoft.com/office/drawing/2014/main" id="{77BB9805-6303-FF4D-9B59-6CE1F301AC0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6470" y="362998"/>
            <a:ext cx="8507669" cy="560388"/>
          </a:xfrm>
        </p:spPr>
        <p:txBody>
          <a:bodyPr>
            <a:noAutofit/>
          </a:bodyPr>
          <a:lstStyle>
            <a:lvl1pPr marL="0" indent="0">
              <a:buNone/>
              <a:defRPr lang="fr-FR" smtClean="0">
                <a:effectLst/>
              </a:defRPr>
            </a:lvl1pPr>
            <a:lvl2pPr marL="457200" indent="0">
              <a:buNone/>
              <a:defRPr sz="12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r>
              <a:rPr lang="fr-FR">
                <a:effectLst/>
                <a:latin typeface="Helvetica Neue" panose="02000503000000020004" pitchFamily="2" charset="0"/>
              </a:rPr>
              <a:t>TITLE OF THE CHAPTER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1DED09-898F-094A-900E-79B44FBD3C39}"/>
              </a:ext>
            </a:extLst>
          </p:cNvPr>
          <p:cNvSpPr/>
          <p:nvPr userDrawn="1"/>
        </p:nvSpPr>
        <p:spPr>
          <a:xfrm>
            <a:off x="695323" y="2043908"/>
            <a:ext cx="2548799" cy="3399454"/>
          </a:xfrm>
          <a:prstGeom prst="rect">
            <a:avLst/>
          </a:prstGeom>
          <a:noFill/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F1BAAC-C578-0346-AA8B-35F7B369FE1F}"/>
              </a:ext>
            </a:extLst>
          </p:cNvPr>
          <p:cNvSpPr/>
          <p:nvPr/>
        </p:nvSpPr>
        <p:spPr>
          <a:xfrm>
            <a:off x="3587873" y="2043908"/>
            <a:ext cx="2548799" cy="3399454"/>
          </a:xfrm>
          <a:prstGeom prst="rect">
            <a:avLst/>
          </a:prstGeom>
          <a:noFill/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98DA87A-262B-CF49-A4F8-0B80A1815535}"/>
              </a:ext>
            </a:extLst>
          </p:cNvPr>
          <p:cNvSpPr/>
          <p:nvPr/>
        </p:nvSpPr>
        <p:spPr>
          <a:xfrm>
            <a:off x="9372974" y="2043908"/>
            <a:ext cx="2548799" cy="3399454"/>
          </a:xfrm>
          <a:prstGeom prst="rect">
            <a:avLst/>
          </a:prstGeom>
          <a:noFill/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0234407-1FF6-9146-AB78-7B84FDC12708}"/>
              </a:ext>
            </a:extLst>
          </p:cNvPr>
          <p:cNvSpPr/>
          <p:nvPr/>
        </p:nvSpPr>
        <p:spPr>
          <a:xfrm>
            <a:off x="6480422" y="2043908"/>
            <a:ext cx="2548799" cy="3399454"/>
          </a:xfrm>
          <a:prstGeom prst="rect">
            <a:avLst/>
          </a:prstGeom>
          <a:noFill/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1"/>
              </a:solidFill>
            </a:endParaRPr>
          </a:p>
        </p:txBody>
      </p:sp>
      <p:sp>
        <p:nvSpPr>
          <p:cNvPr id="31" name="Espace réservé du contenu 2">
            <a:extLst>
              <a:ext uri="{FF2B5EF4-FFF2-40B4-BE49-F238E27FC236}">
                <a16:creationId xmlns:a16="http://schemas.microsoft.com/office/drawing/2014/main" id="{5DCD6A9F-E00D-5D40-9D37-7066167820BA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3572706" y="3912023"/>
            <a:ext cx="2523294" cy="1580979"/>
          </a:xfrm>
          <a:prstGeom prst="rect">
            <a:avLst/>
          </a:prstGeom>
        </p:spPr>
        <p:txBody>
          <a:bodyPr numCol="1">
            <a:normAutofit/>
          </a:bodyPr>
          <a:lstStyle>
            <a:lvl1pPr marL="185738" indent="-176213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Font typeface=".Lucida Grande UI Regular"/>
              <a:buChar char="►"/>
              <a:tabLst/>
              <a:defRPr sz="1200" b="1"/>
            </a:lvl1pPr>
            <a:lvl2pPr marL="185738" indent="-176213">
              <a:buClr>
                <a:schemeClr val="accent2"/>
              </a:buClr>
              <a:buSzPct val="100000"/>
              <a:buFont typeface=".Lucida Grande UI Regular"/>
              <a:buChar char="►"/>
              <a:tabLst/>
              <a:defRPr sz="1200" b="0"/>
            </a:lvl2pPr>
            <a:lvl3pPr marL="179388" indent="-169863">
              <a:buSzPct val="80000"/>
              <a:buFont typeface=".Lucida Grande UI Regular"/>
              <a:buChar char="►"/>
              <a:tabLst/>
              <a:defRPr sz="1400"/>
            </a:lvl3pPr>
          </a:lstStyle>
          <a:p>
            <a:pPr lvl="0"/>
            <a:r>
              <a:rPr lang="fr-FR"/>
              <a:t>First </a:t>
            </a:r>
            <a:r>
              <a:rPr lang="fr-FR" err="1"/>
              <a:t>level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0"/>
            <a:endParaRPr lang="fr-FR"/>
          </a:p>
        </p:txBody>
      </p:sp>
      <p:sp>
        <p:nvSpPr>
          <p:cNvPr id="32" name="Espace réservé pour une image  2">
            <a:extLst>
              <a:ext uri="{FF2B5EF4-FFF2-40B4-BE49-F238E27FC236}">
                <a16:creationId xmlns:a16="http://schemas.microsoft.com/office/drawing/2014/main" id="{16AF30AF-7C33-194B-9A9B-DD553E34AE5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88620" y="2060708"/>
            <a:ext cx="1188000" cy="1674000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fr-FR" err="1"/>
              <a:t>picture</a:t>
            </a:r>
            <a:endParaRPr lang="fr-FR"/>
          </a:p>
        </p:txBody>
      </p:sp>
      <p:sp>
        <p:nvSpPr>
          <p:cNvPr id="35" name="Espace réservé du texte 9">
            <a:extLst>
              <a:ext uri="{FF2B5EF4-FFF2-40B4-BE49-F238E27FC236}">
                <a16:creationId xmlns:a16="http://schemas.microsoft.com/office/drawing/2014/main" id="{8943B211-DA6B-E241-A527-83D6B1F8439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76620" y="2068782"/>
            <a:ext cx="1704550" cy="1662079"/>
          </a:xfrm>
          <a:noFill/>
        </p:spPr>
        <p:txBody>
          <a:bodyPr anchor="ctr">
            <a:noAutofit/>
          </a:bodyPr>
          <a:lstStyle>
            <a:lvl1pPr marL="0" indent="0" algn="l">
              <a:buNone/>
              <a:defRPr lang="fr-FR" smtClean="0">
                <a:effectLst/>
              </a:defRPr>
            </a:lvl1pPr>
            <a:lvl2pPr>
              <a:defRPr sz="1400" b="1"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 sz="1400" b="1"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 sz="1400" b="1"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 sz="1400" b="1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r>
              <a:rPr lang="fr-FR">
                <a:effectLst/>
                <a:latin typeface="Helvetica Neue" panose="02000503000000020004" pitchFamily="2" charset="0"/>
              </a:rPr>
              <a:t>Name </a:t>
            </a:r>
          </a:p>
        </p:txBody>
      </p:sp>
      <p:sp>
        <p:nvSpPr>
          <p:cNvPr id="36" name="Espace réservé pour une image  2">
            <a:extLst>
              <a:ext uri="{FF2B5EF4-FFF2-40B4-BE49-F238E27FC236}">
                <a16:creationId xmlns:a16="http://schemas.microsoft.com/office/drawing/2014/main" id="{D9B3700D-6018-A343-B9FC-2484EC8D5C6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584220" y="2060708"/>
            <a:ext cx="1188000" cy="1674000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fr-FR" err="1"/>
              <a:t>picture</a:t>
            </a:r>
            <a:endParaRPr lang="fr-FR"/>
          </a:p>
        </p:txBody>
      </p:sp>
      <p:sp>
        <p:nvSpPr>
          <p:cNvPr id="37" name="Espace réservé du texte 9">
            <a:extLst>
              <a:ext uri="{FF2B5EF4-FFF2-40B4-BE49-F238E27FC236}">
                <a16:creationId xmlns:a16="http://schemas.microsoft.com/office/drawing/2014/main" id="{6A14D2A2-011A-7040-A7DA-56612D089C4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78923" y="2068782"/>
            <a:ext cx="1697847" cy="1662079"/>
          </a:xfrm>
          <a:noFill/>
        </p:spPr>
        <p:txBody>
          <a:bodyPr anchor="ctr">
            <a:noAutofit/>
          </a:bodyPr>
          <a:lstStyle>
            <a:lvl1pPr marL="0" indent="0" algn="l">
              <a:buNone/>
              <a:defRPr lang="fr-FR" smtClean="0">
                <a:effectLst/>
              </a:defRPr>
            </a:lvl1pPr>
            <a:lvl2pPr>
              <a:defRPr sz="1400" b="1"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 sz="1400" b="1"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 sz="1400" b="1"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 sz="1400" b="1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r>
              <a:rPr lang="fr-FR">
                <a:effectLst/>
                <a:latin typeface="Helvetica Neue" panose="02000503000000020004" pitchFamily="2" charset="0"/>
              </a:rPr>
              <a:t>Name</a:t>
            </a:r>
          </a:p>
        </p:txBody>
      </p:sp>
      <p:sp>
        <p:nvSpPr>
          <p:cNvPr id="40" name="Espace réservé pour une image  2">
            <a:extLst>
              <a:ext uri="{FF2B5EF4-FFF2-40B4-BE49-F238E27FC236}">
                <a16:creationId xmlns:a16="http://schemas.microsoft.com/office/drawing/2014/main" id="{52B975A1-B3AC-0246-8B33-FB9D1D283B8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479820" y="2060708"/>
            <a:ext cx="1188000" cy="1674000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fr-FR" err="1"/>
              <a:t>picture</a:t>
            </a:r>
            <a:endParaRPr lang="fr-FR"/>
          </a:p>
        </p:txBody>
      </p:sp>
      <p:sp>
        <p:nvSpPr>
          <p:cNvPr id="41" name="Espace réservé du texte 9">
            <a:extLst>
              <a:ext uri="{FF2B5EF4-FFF2-40B4-BE49-F238E27FC236}">
                <a16:creationId xmlns:a16="http://schemas.microsoft.com/office/drawing/2014/main" id="{D07DBF97-6456-4044-A979-CA3DCE316CD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674523" y="2068782"/>
            <a:ext cx="1697847" cy="1662079"/>
          </a:xfrm>
          <a:noFill/>
        </p:spPr>
        <p:txBody>
          <a:bodyPr anchor="ctr">
            <a:noAutofit/>
          </a:bodyPr>
          <a:lstStyle>
            <a:lvl1pPr marL="0" indent="0" algn="l">
              <a:buNone/>
              <a:defRPr lang="fr-FR" smtClean="0">
                <a:effectLst/>
              </a:defRPr>
            </a:lvl1pPr>
            <a:lvl2pPr>
              <a:defRPr sz="1400" b="1"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 sz="1400" b="1"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 sz="1400" b="1"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 sz="1400" b="1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r>
              <a:rPr lang="fr-FR">
                <a:effectLst/>
                <a:latin typeface="Helvetica Neue" panose="02000503000000020004" pitchFamily="2" charset="0"/>
              </a:rPr>
              <a:t>Name</a:t>
            </a:r>
          </a:p>
        </p:txBody>
      </p:sp>
      <p:sp>
        <p:nvSpPr>
          <p:cNvPr id="44" name="Espace réservé pour une image  2">
            <a:extLst>
              <a:ext uri="{FF2B5EF4-FFF2-40B4-BE49-F238E27FC236}">
                <a16:creationId xmlns:a16="http://schemas.microsoft.com/office/drawing/2014/main" id="{FC1C455C-B2D6-3F4E-BD36-834DF3A38EFA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375420" y="2060708"/>
            <a:ext cx="1188000" cy="1674000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fr-FR" err="1"/>
              <a:t>picture</a:t>
            </a:r>
            <a:endParaRPr lang="fr-FR"/>
          </a:p>
        </p:txBody>
      </p:sp>
      <p:sp>
        <p:nvSpPr>
          <p:cNvPr id="45" name="Espace réservé du texte 9">
            <a:extLst>
              <a:ext uri="{FF2B5EF4-FFF2-40B4-BE49-F238E27FC236}">
                <a16:creationId xmlns:a16="http://schemas.microsoft.com/office/drawing/2014/main" id="{C7E9147F-D4BA-FD4C-B158-41C4E25EA5E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570123" y="2068782"/>
            <a:ext cx="1365055" cy="1662079"/>
          </a:xfrm>
          <a:noFill/>
        </p:spPr>
        <p:txBody>
          <a:bodyPr anchor="ctr">
            <a:noAutofit/>
          </a:bodyPr>
          <a:lstStyle>
            <a:lvl1pPr marL="0" indent="0" algn="l">
              <a:buNone/>
              <a:defRPr lang="fr-FR" smtClean="0">
                <a:effectLst/>
              </a:defRPr>
            </a:lvl1pPr>
            <a:lvl2pPr>
              <a:defRPr sz="1400" b="1"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 sz="1400" b="1"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 sz="1400" b="1"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 sz="1400" b="1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r>
              <a:rPr lang="fr-FR">
                <a:effectLst/>
                <a:latin typeface="Helvetica Neue" panose="02000503000000020004" pitchFamily="2" charset="0"/>
              </a:rPr>
              <a:t>Name</a:t>
            </a:r>
          </a:p>
        </p:txBody>
      </p:sp>
      <p:sp>
        <p:nvSpPr>
          <p:cNvPr id="47" name="Espace réservé du contenu 2">
            <a:extLst>
              <a:ext uri="{FF2B5EF4-FFF2-40B4-BE49-F238E27FC236}">
                <a16:creationId xmlns:a16="http://schemas.microsoft.com/office/drawing/2014/main" id="{BBAF3C05-AA30-4748-A47A-F3C854C480F1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690226" y="3912023"/>
            <a:ext cx="2523294" cy="1580979"/>
          </a:xfrm>
          <a:prstGeom prst="rect">
            <a:avLst/>
          </a:prstGeom>
        </p:spPr>
        <p:txBody>
          <a:bodyPr numCol="1">
            <a:normAutofit/>
          </a:bodyPr>
          <a:lstStyle>
            <a:lvl1pPr marL="185738" indent="-176213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Font typeface=".Lucida Grande UI Regular"/>
              <a:buChar char="►"/>
              <a:tabLst/>
              <a:defRPr lang="fr-FR" smtClean="0">
                <a:effectLst/>
              </a:defRPr>
            </a:lvl1pPr>
            <a:lvl2pPr marL="185738" indent="-176213">
              <a:buClr>
                <a:schemeClr val="accent2"/>
              </a:buClr>
              <a:buSzPct val="100000"/>
              <a:buFont typeface=".Lucida Grande UI Regular"/>
              <a:buChar char="►"/>
              <a:tabLst/>
              <a:defRPr sz="1200" b="0"/>
            </a:lvl2pPr>
            <a:lvl3pPr marL="179388" indent="-169863">
              <a:buSzPct val="80000"/>
              <a:buFont typeface=".Lucida Grande UI Regular"/>
              <a:buChar char="►"/>
              <a:tabLst/>
              <a:defRPr sz="1400"/>
            </a:lvl3pPr>
          </a:lstStyle>
          <a:p>
            <a:pPr lvl="0"/>
            <a:r>
              <a:rPr lang="fr-FR"/>
              <a:t>First </a:t>
            </a:r>
            <a:r>
              <a:rPr lang="fr-FR" err="1"/>
              <a:t>level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0"/>
            <a:endParaRPr lang="fr-FR"/>
          </a:p>
        </p:txBody>
      </p:sp>
      <p:sp>
        <p:nvSpPr>
          <p:cNvPr id="48" name="Espace réservé du contenu 2">
            <a:extLst>
              <a:ext uri="{FF2B5EF4-FFF2-40B4-BE49-F238E27FC236}">
                <a16:creationId xmlns:a16="http://schemas.microsoft.com/office/drawing/2014/main" id="{82AC56C9-9CDE-014B-B6A0-4665CD4E0B9A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485464" y="3912023"/>
            <a:ext cx="2523294" cy="1580979"/>
          </a:xfrm>
          <a:prstGeom prst="rect">
            <a:avLst/>
          </a:prstGeom>
        </p:spPr>
        <p:txBody>
          <a:bodyPr numCol="1">
            <a:normAutofit/>
          </a:bodyPr>
          <a:lstStyle>
            <a:lvl1pPr marL="185738" indent="-176213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Font typeface=".Lucida Grande UI Regular"/>
              <a:buChar char="►"/>
              <a:tabLst/>
              <a:defRPr sz="1200" b="1"/>
            </a:lvl1pPr>
            <a:lvl2pPr marL="185738" indent="-176213">
              <a:buClr>
                <a:schemeClr val="accent2"/>
              </a:buClr>
              <a:buSzPct val="100000"/>
              <a:buFont typeface=".Lucida Grande UI Regular"/>
              <a:buChar char="►"/>
              <a:tabLst/>
              <a:defRPr sz="1200" b="0"/>
            </a:lvl2pPr>
            <a:lvl3pPr marL="179388" indent="-169863">
              <a:buSzPct val="80000"/>
              <a:buFont typeface=".Lucida Grande UI Regular"/>
              <a:buChar char="►"/>
              <a:tabLst/>
              <a:defRPr sz="1400"/>
            </a:lvl3pPr>
          </a:lstStyle>
          <a:p>
            <a:pPr lvl="0"/>
            <a:r>
              <a:rPr lang="fr-FR"/>
              <a:t>First </a:t>
            </a:r>
            <a:r>
              <a:rPr lang="fr-FR" err="1"/>
              <a:t>level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0"/>
            <a:endParaRPr lang="fr-FR"/>
          </a:p>
        </p:txBody>
      </p:sp>
      <p:sp>
        <p:nvSpPr>
          <p:cNvPr id="49" name="Espace réservé du contenu 2">
            <a:extLst>
              <a:ext uri="{FF2B5EF4-FFF2-40B4-BE49-F238E27FC236}">
                <a16:creationId xmlns:a16="http://schemas.microsoft.com/office/drawing/2014/main" id="{C0E09E2F-DCEB-B040-B3B6-B83DA55E07F0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9373999" y="3912023"/>
            <a:ext cx="2523294" cy="1580979"/>
          </a:xfrm>
          <a:prstGeom prst="rect">
            <a:avLst/>
          </a:prstGeom>
        </p:spPr>
        <p:txBody>
          <a:bodyPr numCol="1">
            <a:normAutofit/>
          </a:bodyPr>
          <a:lstStyle>
            <a:lvl1pPr marL="185738" indent="-176213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Font typeface=".Lucida Grande UI Regular"/>
              <a:buChar char="►"/>
              <a:tabLst/>
              <a:defRPr sz="1200" b="1"/>
            </a:lvl1pPr>
            <a:lvl2pPr marL="185738" indent="-176213">
              <a:buClr>
                <a:schemeClr val="accent2"/>
              </a:buClr>
              <a:buSzPct val="100000"/>
              <a:buFont typeface=".Lucida Grande UI Regular"/>
              <a:buChar char="►"/>
              <a:tabLst/>
              <a:defRPr sz="1200" b="0"/>
            </a:lvl2pPr>
            <a:lvl3pPr marL="179388" indent="-169863">
              <a:buSzPct val="80000"/>
              <a:buFont typeface=".Lucida Grande UI Regular"/>
              <a:buChar char="►"/>
              <a:tabLst/>
              <a:defRPr sz="1400"/>
            </a:lvl3pPr>
          </a:lstStyle>
          <a:p>
            <a:pPr lvl="0"/>
            <a:r>
              <a:rPr lang="fr-FR"/>
              <a:t>First </a:t>
            </a:r>
            <a:r>
              <a:rPr lang="fr-FR" err="1"/>
              <a:t>level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0"/>
            <a:endParaRPr lang="fr-FR"/>
          </a:p>
        </p:txBody>
      </p:sp>
      <p:sp>
        <p:nvSpPr>
          <p:cNvPr id="50" name="Espace réservé du texte 9">
            <a:extLst>
              <a:ext uri="{FF2B5EF4-FFF2-40B4-BE49-F238E27FC236}">
                <a16:creationId xmlns:a16="http://schemas.microsoft.com/office/drawing/2014/main" id="{A171DDEE-B571-154C-95EE-87504ECA548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86105" y="1666026"/>
            <a:ext cx="5442370" cy="330061"/>
          </a:xfrm>
          <a:noFill/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accent2"/>
                </a:solidFill>
              </a:defRPr>
            </a:lvl1pPr>
            <a:lvl2pPr>
              <a:defRPr sz="1400" b="1"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 sz="1400" b="1"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 sz="1400" b="1"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 sz="1400" b="1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fr-FR" err="1"/>
              <a:t>Text</a:t>
            </a:r>
            <a:endParaRPr lang="fr-FR"/>
          </a:p>
        </p:txBody>
      </p:sp>
      <p:sp>
        <p:nvSpPr>
          <p:cNvPr id="52" name="Espace réservé du texte 2">
            <a:extLst>
              <a:ext uri="{FF2B5EF4-FFF2-40B4-BE49-F238E27FC236}">
                <a16:creationId xmlns:a16="http://schemas.microsoft.com/office/drawing/2014/main" id="{F474673F-4B36-6843-89D3-98308AE69EAF}"/>
              </a:ext>
            </a:extLst>
          </p:cNvPr>
          <p:cNvSpPr txBox="1">
            <a:spLocks/>
          </p:cNvSpPr>
          <p:nvPr userDrawn="1"/>
        </p:nvSpPr>
        <p:spPr>
          <a:xfrm>
            <a:off x="604707" y="6159500"/>
            <a:ext cx="4500563" cy="457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700" b="0" i="0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CHANGE STYLES OF MASK TEXT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66805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LUE-PROPOSI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0F69C1-169A-904A-8CCE-76B9021FE3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470" y="873125"/>
            <a:ext cx="10658474" cy="817563"/>
          </a:xfrm>
          <a:prstGeom prst="rect">
            <a:avLst/>
          </a:prstGeom>
        </p:spPr>
        <p:txBody>
          <a:bodyPr/>
          <a:lstStyle/>
          <a:p>
            <a:r>
              <a:rPr lang="fr-FR" err="1"/>
              <a:t>Title</a:t>
            </a:r>
            <a:endParaRPr lang="fr-FR"/>
          </a:p>
        </p:txBody>
      </p:sp>
      <p:sp>
        <p:nvSpPr>
          <p:cNvPr id="28" name="Espace réservé du texte 6">
            <a:extLst>
              <a:ext uri="{FF2B5EF4-FFF2-40B4-BE49-F238E27FC236}">
                <a16:creationId xmlns:a16="http://schemas.microsoft.com/office/drawing/2014/main" id="{1286ED05-FD5A-434F-A6D9-D6242F9327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6470" y="362998"/>
            <a:ext cx="8507669" cy="560388"/>
          </a:xfrm>
        </p:spPr>
        <p:txBody>
          <a:bodyPr>
            <a:noAutofit/>
          </a:bodyPr>
          <a:lstStyle>
            <a:lvl1pPr marL="0" indent="0">
              <a:buNone/>
              <a:defRPr sz="1500">
                <a:solidFill>
                  <a:srgbClr val="FF0000"/>
                </a:solidFill>
              </a:defRPr>
            </a:lvl1pPr>
            <a:lvl2pPr marL="457200" indent="0">
              <a:buNone/>
              <a:defRPr sz="12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r>
              <a:rPr lang="fr-FR">
                <a:effectLst/>
                <a:latin typeface="Helvetica Neue" panose="02000503000000020004" pitchFamily="2" charset="0"/>
              </a:rPr>
              <a:t>TITLE OF THE CHAPTER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</p:txBody>
      </p:sp>
      <p:pic>
        <p:nvPicPr>
          <p:cNvPr id="34" name="Picture 5">
            <a:extLst>
              <a:ext uri="{FF2B5EF4-FFF2-40B4-BE49-F238E27FC236}">
                <a16:creationId xmlns:a16="http://schemas.microsoft.com/office/drawing/2014/main" id="{0556ADB1-AC59-8D45-B1EC-BFDCFC7AC0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86934" y="1080797"/>
            <a:ext cx="3818132" cy="1847195"/>
          </a:xfrm>
          <a:prstGeom prst="rect">
            <a:avLst/>
          </a:prstGeom>
        </p:spPr>
      </p:pic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131AE45E-F10E-F844-AA4E-F6C2D3729FFC}"/>
              </a:ext>
            </a:extLst>
          </p:cNvPr>
          <p:cNvCxnSpPr/>
          <p:nvPr userDrawn="1"/>
        </p:nvCxnSpPr>
        <p:spPr bwMode="auto">
          <a:xfrm>
            <a:off x="702591" y="2585836"/>
            <a:ext cx="11225884" cy="0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CB4EE6F2-FAAA-FC4D-83B5-90F62FE1DEB6}"/>
              </a:ext>
            </a:extLst>
          </p:cNvPr>
          <p:cNvCxnSpPr/>
          <p:nvPr userDrawn="1"/>
        </p:nvCxnSpPr>
        <p:spPr bwMode="auto">
          <a:xfrm>
            <a:off x="1775325" y="2587212"/>
            <a:ext cx="0" cy="181122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261AB7FC-875D-8C4F-97DF-0174AAEA77F5}"/>
              </a:ext>
            </a:extLst>
          </p:cNvPr>
          <p:cNvCxnSpPr/>
          <p:nvPr userDrawn="1"/>
        </p:nvCxnSpPr>
        <p:spPr bwMode="auto">
          <a:xfrm>
            <a:off x="4042790" y="2587212"/>
            <a:ext cx="0" cy="181122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3C8564B-F17C-DD41-9CE4-B4BCE7464965}"/>
              </a:ext>
            </a:extLst>
          </p:cNvPr>
          <p:cNvCxnSpPr/>
          <p:nvPr userDrawn="1"/>
        </p:nvCxnSpPr>
        <p:spPr bwMode="auto">
          <a:xfrm>
            <a:off x="6310255" y="2587212"/>
            <a:ext cx="0" cy="181122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4746751D-6D3F-DA48-83E9-F1D07C6A3B7C}"/>
              </a:ext>
            </a:extLst>
          </p:cNvPr>
          <p:cNvCxnSpPr/>
          <p:nvPr userDrawn="1"/>
        </p:nvCxnSpPr>
        <p:spPr bwMode="auto">
          <a:xfrm>
            <a:off x="8577720" y="2587212"/>
            <a:ext cx="0" cy="181122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820D8265-4500-E347-A302-8626491487C6}"/>
              </a:ext>
            </a:extLst>
          </p:cNvPr>
          <p:cNvCxnSpPr/>
          <p:nvPr userDrawn="1"/>
        </p:nvCxnSpPr>
        <p:spPr bwMode="auto">
          <a:xfrm>
            <a:off x="10845185" y="2587212"/>
            <a:ext cx="0" cy="181122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3675E24E-C979-AF40-9816-44E73F767ECB}"/>
              </a:ext>
            </a:extLst>
          </p:cNvPr>
          <p:cNvSpPr/>
          <p:nvPr userDrawn="1"/>
        </p:nvSpPr>
        <p:spPr bwMode="auto">
          <a:xfrm>
            <a:off x="695325" y="4084990"/>
            <a:ext cx="2160000" cy="508261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D31E222-0459-0341-A464-2B6C4AF6E050}"/>
              </a:ext>
            </a:extLst>
          </p:cNvPr>
          <p:cNvSpPr/>
          <p:nvPr userDrawn="1"/>
        </p:nvSpPr>
        <p:spPr bwMode="auto">
          <a:xfrm>
            <a:off x="2962790" y="4084990"/>
            <a:ext cx="2160000" cy="508261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9CB7025-7C01-8946-A75B-934431A23945}"/>
              </a:ext>
            </a:extLst>
          </p:cNvPr>
          <p:cNvSpPr/>
          <p:nvPr userDrawn="1"/>
        </p:nvSpPr>
        <p:spPr bwMode="auto">
          <a:xfrm>
            <a:off x="5230255" y="4084990"/>
            <a:ext cx="2160000" cy="508261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B054C01-7C3A-2342-8645-A7EBE017AF79}"/>
              </a:ext>
            </a:extLst>
          </p:cNvPr>
          <p:cNvSpPr/>
          <p:nvPr userDrawn="1"/>
        </p:nvSpPr>
        <p:spPr bwMode="auto">
          <a:xfrm>
            <a:off x="7508345" y="4077226"/>
            <a:ext cx="2160000" cy="516026"/>
          </a:xfrm>
          <a:prstGeom prst="rect">
            <a:avLst/>
          </a:prstGeom>
          <a:solidFill>
            <a:schemeClr val="accent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41D5CA7-3B3D-474B-91AB-760C258CD527}"/>
              </a:ext>
            </a:extLst>
          </p:cNvPr>
          <p:cNvSpPr/>
          <p:nvPr userDrawn="1"/>
        </p:nvSpPr>
        <p:spPr bwMode="auto">
          <a:xfrm>
            <a:off x="9765185" y="4077226"/>
            <a:ext cx="2160000" cy="516026"/>
          </a:xfrm>
          <a:prstGeom prst="rect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622DA1A-DBB8-094D-9090-30BB21FA4EB7}"/>
              </a:ext>
            </a:extLst>
          </p:cNvPr>
          <p:cNvSpPr/>
          <p:nvPr userDrawn="1"/>
        </p:nvSpPr>
        <p:spPr bwMode="auto">
          <a:xfrm>
            <a:off x="695325" y="4667887"/>
            <a:ext cx="2160000" cy="1277154"/>
          </a:xfrm>
          <a:prstGeom prst="rect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soft" dir="t"/>
          </a:scene3d>
          <a:sp3d prstMaterial="powder"/>
        </p:spPr>
        <p:txBody>
          <a:bodyPr lIns="72000" rIns="36000" anchor="t"/>
          <a:lstStyle/>
          <a:p>
            <a:pPr marL="1458" lvl="2" defTabSz="667302" fontAlgn="base">
              <a:spcAft>
                <a:spcPts val="600"/>
              </a:spcAft>
              <a:buClr>
                <a:srgbClr val="990033"/>
              </a:buClr>
              <a:buSzPct val="100000"/>
              <a:defRPr/>
            </a:pPr>
            <a:endParaRPr lang="en-GB" sz="11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57C90B7-C500-AA4A-B27A-5BD2ADCA3213}"/>
              </a:ext>
            </a:extLst>
          </p:cNvPr>
          <p:cNvSpPr/>
          <p:nvPr userDrawn="1"/>
        </p:nvSpPr>
        <p:spPr bwMode="auto">
          <a:xfrm>
            <a:off x="2965550" y="4667887"/>
            <a:ext cx="2160000" cy="1277154"/>
          </a:xfrm>
          <a:prstGeom prst="rect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soft" dir="t"/>
          </a:scene3d>
          <a:sp3d prstMaterial="powder"/>
        </p:spPr>
        <p:txBody>
          <a:bodyPr lIns="72000" rIns="36000" anchor="t"/>
          <a:lstStyle/>
          <a:p>
            <a:pPr marL="1458" lvl="2" defTabSz="667302" fontAlgn="base">
              <a:spcAft>
                <a:spcPts val="600"/>
              </a:spcAft>
              <a:buClr>
                <a:srgbClr val="990033"/>
              </a:buClr>
              <a:buSzPct val="100000"/>
              <a:defRPr/>
            </a:pPr>
            <a:endParaRPr lang="en-US" sz="110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AAB0783-192B-4448-BA3C-1D702B68C605}"/>
              </a:ext>
            </a:extLst>
          </p:cNvPr>
          <p:cNvSpPr/>
          <p:nvPr userDrawn="1"/>
        </p:nvSpPr>
        <p:spPr bwMode="auto">
          <a:xfrm>
            <a:off x="5235775" y="4667887"/>
            <a:ext cx="2160000" cy="1277154"/>
          </a:xfrm>
          <a:prstGeom prst="rect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soft" dir="t"/>
          </a:scene3d>
          <a:sp3d prstMaterial="powder"/>
        </p:spPr>
        <p:txBody>
          <a:bodyPr lIns="72000" rIns="36000" anchor="t"/>
          <a:lstStyle/>
          <a:p>
            <a:pPr marL="1458" lvl="2" defTabSz="667302" fontAlgn="base">
              <a:spcAft>
                <a:spcPts val="600"/>
              </a:spcAft>
              <a:buClr>
                <a:srgbClr val="990033"/>
              </a:buClr>
              <a:buSzPct val="100000"/>
              <a:defRPr/>
            </a:pPr>
            <a:endParaRPr lang="en-US" sz="110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E400011-F65A-1245-8618-88DE1323404D}"/>
              </a:ext>
            </a:extLst>
          </p:cNvPr>
          <p:cNvSpPr/>
          <p:nvPr userDrawn="1"/>
        </p:nvSpPr>
        <p:spPr bwMode="auto">
          <a:xfrm>
            <a:off x="7506000" y="4667887"/>
            <a:ext cx="2160000" cy="1277154"/>
          </a:xfrm>
          <a:prstGeom prst="rect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soft" dir="t"/>
          </a:scene3d>
          <a:sp3d prstMaterial="powder"/>
        </p:spPr>
        <p:txBody>
          <a:bodyPr lIns="72000" rIns="36000" anchor="t"/>
          <a:lstStyle/>
          <a:p>
            <a:pPr marL="1458" lvl="2" defTabSz="667302" fontAlgn="base">
              <a:spcAft>
                <a:spcPts val="600"/>
              </a:spcAft>
              <a:buClr>
                <a:srgbClr val="990033"/>
              </a:buClr>
              <a:buSzPct val="100000"/>
              <a:defRPr/>
            </a:pPr>
            <a:endParaRPr lang="en-US" sz="110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178E8DD-EB53-DE4E-9312-98DBA9961BE1}"/>
              </a:ext>
            </a:extLst>
          </p:cNvPr>
          <p:cNvSpPr/>
          <p:nvPr userDrawn="1"/>
        </p:nvSpPr>
        <p:spPr bwMode="auto">
          <a:xfrm>
            <a:off x="9765185" y="4667887"/>
            <a:ext cx="2160000" cy="1277154"/>
          </a:xfrm>
          <a:prstGeom prst="rect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soft" dir="t"/>
          </a:scene3d>
          <a:sp3d prstMaterial="powder"/>
        </p:spPr>
        <p:txBody>
          <a:bodyPr lIns="72000" rIns="36000" anchor="t"/>
          <a:lstStyle/>
          <a:p>
            <a:pPr marL="1458" lvl="2" defTabSz="667302" fontAlgn="base">
              <a:spcAft>
                <a:spcPts val="600"/>
              </a:spcAft>
              <a:buClr>
                <a:srgbClr val="990033"/>
              </a:buClr>
              <a:buSzPct val="100000"/>
              <a:defRPr/>
            </a:pPr>
            <a:endParaRPr lang="en-US" sz="1100"/>
          </a:p>
        </p:txBody>
      </p:sp>
      <p:sp>
        <p:nvSpPr>
          <p:cNvPr id="51" name="Espace réservé du texte 7">
            <a:extLst>
              <a:ext uri="{FF2B5EF4-FFF2-40B4-BE49-F238E27FC236}">
                <a16:creationId xmlns:a16="http://schemas.microsoft.com/office/drawing/2014/main" id="{FE835E7F-9FBB-944D-B23D-71B8E52F84A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95324" y="4080451"/>
            <a:ext cx="2159987" cy="508262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tabLst/>
              <a:defRPr sz="1400" b="1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 err="1"/>
              <a:t>heading</a:t>
            </a:r>
            <a:endParaRPr lang="fr-FR"/>
          </a:p>
        </p:txBody>
      </p:sp>
      <p:sp>
        <p:nvSpPr>
          <p:cNvPr id="52" name="Espace réservé du texte 7">
            <a:extLst>
              <a:ext uri="{FF2B5EF4-FFF2-40B4-BE49-F238E27FC236}">
                <a16:creationId xmlns:a16="http://schemas.microsoft.com/office/drawing/2014/main" id="{B831B15A-C8F8-624E-943A-21241BED9D8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966331" y="4080451"/>
            <a:ext cx="2159987" cy="508262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tabLst/>
              <a:defRPr sz="1400" b="1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 err="1"/>
              <a:t>heading</a:t>
            </a:r>
            <a:endParaRPr lang="fr-FR"/>
          </a:p>
        </p:txBody>
      </p:sp>
      <p:sp>
        <p:nvSpPr>
          <p:cNvPr id="53" name="Espace réservé du texte 7">
            <a:extLst>
              <a:ext uri="{FF2B5EF4-FFF2-40B4-BE49-F238E27FC236}">
                <a16:creationId xmlns:a16="http://schemas.microsoft.com/office/drawing/2014/main" id="{C0E852ED-E97C-AC46-8390-539428ACB42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37338" y="4080451"/>
            <a:ext cx="2159987" cy="508262"/>
          </a:xfrm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err="1"/>
              <a:t>heading</a:t>
            </a:r>
            <a:endParaRPr lang="fr-FR"/>
          </a:p>
        </p:txBody>
      </p:sp>
      <p:sp>
        <p:nvSpPr>
          <p:cNvPr id="55" name="Espace réservé du texte 7">
            <a:extLst>
              <a:ext uri="{FF2B5EF4-FFF2-40B4-BE49-F238E27FC236}">
                <a16:creationId xmlns:a16="http://schemas.microsoft.com/office/drawing/2014/main" id="{F5988CF3-E03D-224D-9DD1-A763A9A9E2C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500858" y="4080451"/>
            <a:ext cx="2159987" cy="508262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tabLst/>
              <a:defRPr sz="1400" b="1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 err="1"/>
              <a:t>heading</a:t>
            </a:r>
            <a:endParaRPr lang="fr-FR"/>
          </a:p>
        </p:txBody>
      </p:sp>
      <p:sp>
        <p:nvSpPr>
          <p:cNvPr id="57" name="Espace réservé du texte 7">
            <a:extLst>
              <a:ext uri="{FF2B5EF4-FFF2-40B4-BE49-F238E27FC236}">
                <a16:creationId xmlns:a16="http://schemas.microsoft.com/office/drawing/2014/main" id="{65D69E34-D66D-0F45-B26A-9506E4CB18A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779363" y="4080451"/>
            <a:ext cx="2159987" cy="508262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tabLst/>
              <a:defRPr sz="1400" b="1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 err="1"/>
              <a:t>heading</a:t>
            </a:r>
            <a:endParaRPr lang="fr-FR"/>
          </a:p>
        </p:txBody>
      </p:sp>
      <p:sp>
        <p:nvSpPr>
          <p:cNvPr id="24" name="Espace réservé du texte 7">
            <a:extLst>
              <a:ext uri="{FF2B5EF4-FFF2-40B4-BE49-F238E27FC236}">
                <a16:creationId xmlns:a16="http://schemas.microsoft.com/office/drawing/2014/main" id="{22FA4EEF-564B-8941-B82F-2708972FF6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5324" y="4667888"/>
            <a:ext cx="2159987" cy="127715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tabLst/>
              <a:defRPr sz="11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Click </a:t>
            </a:r>
            <a:r>
              <a:rPr lang="fr-FR" err="1"/>
              <a:t>here</a:t>
            </a:r>
            <a:r>
              <a:rPr lang="fr-FR"/>
              <a:t> to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some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</p:txBody>
      </p:sp>
      <p:sp>
        <p:nvSpPr>
          <p:cNvPr id="58" name="Espace réservé du texte 7">
            <a:extLst>
              <a:ext uri="{FF2B5EF4-FFF2-40B4-BE49-F238E27FC236}">
                <a16:creationId xmlns:a16="http://schemas.microsoft.com/office/drawing/2014/main" id="{ECABEB5D-5DC1-BB49-B4F1-A572AB13717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964471" y="4667888"/>
            <a:ext cx="2159987" cy="127715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tabLst/>
              <a:defRPr sz="11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Click </a:t>
            </a:r>
            <a:r>
              <a:rPr lang="fr-FR" err="1"/>
              <a:t>here</a:t>
            </a:r>
            <a:r>
              <a:rPr lang="fr-FR"/>
              <a:t> to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some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</p:txBody>
      </p:sp>
      <p:sp>
        <p:nvSpPr>
          <p:cNvPr id="59" name="Espace réservé du texte 7">
            <a:extLst>
              <a:ext uri="{FF2B5EF4-FFF2-40B4-BE49-F238E27FC236}">
                <a16:creationId xmlns:a16="http://schemas.microsoft.com/office/drawing/2014/main" id="{6C383474-00F6-1840-91CA-FFE63EC0848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233604" y="4667888"/>
            <a:ext cx="2159987" cy="127715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tabLst/>
              <a:defRPr sz="11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Click </a:t>
            </a:r>
            <a:r>
              <a:rPr lang="fr-FR" err="1"/>
              <a:t>here</a:t>
            </a:r>
            <a:r>
              <a:rPr lang="fr-FR"/>
              <a:t> to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some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</p:txBody>
      </p:sp>
      <p:sp>
        <p:nvSpPr>
          <p:cNvPr id="60" name="Espace réservé du texte 7">
            <a:extLst>
              <a:ext uri="{FF2B5EF4-FFF2-40B4-BE49-F238E27FC236}">
                <a16:creationId xmlns:a16="http://schemas.microsoft.com/office/drawing/2014/main" id="{6FEF8193-6CFB-6644-97F7-9B60BE19007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502737" y="4667888"/>
            <a:ext cx="2159987" cy="127715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tabLst/>
              <a:defRPr sz="11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Click </a:t>
            </a:r>
            <a:r>
              <a:rPr lang="fr-FR" err="1"/>
              <a:t>here</a:t>
            </a:r>
            <a:r>
              <a:rPr lang="fr-FR"/>
              <a:t> to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some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</p:txBody>
      </p:sp>
      <p:sp>
        <p:nvSpPr>
          <p:cNvPr id="62" name="Espace réservé du texte 7">
            <a:extLst>
              <a:ext uri="{FF2B5EF4-FFF2-40B4-BE49-F238E27FC236}">
                <a16:creationId xmlns:a16="http://schemas.microsoft.com/office/drawing/2014/main" id="{300BB85F-D9AC-254B-8A35-E399A67F34D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771869" y="4667888"/>
            <a:ext cx="2159987" cy="127715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tabLst/>
              <a:defRPr sz="11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Click </a:t>
            </a:r>
            <a:r>
              <a:rPr lang="fr-FR" err="1"/>
              <a:t>here</a:t>
            </a:r>
            <a:r>
              <a:rPr lang="fr-FR"/>
              <a:t> to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some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015929C3-FAED-904C-BA5C-4D26A1C0E48B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236663" y="2768600"/>
            <a:ext cx="1146175" cy="112871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fr-FR" err="1"/>
              <a:t>picture</a:t>
            </a:r>
            <a:endParaRPr lang="fr-FR"/>
          </a:p>
        </p:txBody>
      </p:sp>
      <p:sp>
        <p:nvSpPr>
          <p:cNvPr id="63" name="Espace réservé pour une image  3">
            <a:extLst>
              <a:ext uri="{FF2B5EF4-FFF2-40B4-BE49-F238E27FC236}">
                <a16:creationId xmlns:a16="http://schemas.microsoft.com/office/drawing/2014/main" id="{58990580-986B-EF41-9AF8-0103DFBCD613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3447712" y="2768600"/>
            <a:ext cx="1146175" cy="112871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fr-FR" err="1"/>
              <a:t>picture</a:t>
            </a:r>
            <a:endParaRPr lang="fr-FR"/>
          </a:p>
        </p:txBody>
      </p:sp>
      <p:sp>
        <p:nvSpPr>
          <p:cNvPr id="64" name="Espace réservé pour une image  3">
            <a:extLst>
              <a:ext uri="{FF2B5EF4-FFF2-40B4-BE49-F238E27FC236}">
                <a16:creationId xmlns:a16="http://schemas.microsoft.com/office/drawing/2014/main" id="{1014B15A-72CC-9A43-B9D2-953DEA6CE9E8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5741207" y="2768600"/>
            <a:ext cx="1146175" cy="112871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fr-FR" err="1"/>
              <a:t>picture</a:t>
            </a:r>
            <a:endParaRPr lang="fr-FR"/>
          </a:p>
        </p:txBody>
      </p:sp>
      <p:sp>
        <p:nvSpPr>
          <p:cNvPr id="65" name="Espace réservé pour une image  3">
            <a:extLst>
              <a:ext uri="{FF2B5EF4-FFF2-40B4-BE49-F238E27FC236}">
                <a16:creationId xmlns:a16="http://schemas.microsoft.com/office/drawing/2014/main" id="{0686213B-873C-FD4B-A492-2D24B9F06956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8004721" y="2768600"/>
            <a:ext cx="1146175" cy="112871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fr-FR" err="1"/>
              <a:t>picture</a:t>
            </a:r>
            <a:endParaRPr lang="fr-FR"/>
          </a:p>
        </p:txBody>
      </p:sp>
      <p:sp>
        <p:nvSpPr>
          <p:cNvPr id="66" name="Espace réservé pour une image  3">
            <a:extLst>
              <a:ext uri="{FF2B5EF4-FFF2-40B4-BE49-F238E27FC236}">
                <a16:creationId xmlns:a16="http://schemas.microsoft.com/office/drawing/2014/main" id="{927B9A1C-7162-474B-ABFB-631962D95F42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10275731" y="2768600"/>
            <a:ext cx="1146175" cy="1128713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 sz="10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err="1"/>
              <a:t>picture</a:t>
            </a:r>
            <a:endParaRPr lang="fr-FR"/>
          </a:p>
        </p:txBody>
      </p:sp>
      <p:sp>
        <p:nvSpPr>
          <p:cNvPr id="67" name="Espace réservé du texte 2">
            <a:extLst>
              <a:ext uri="{FF2B5EF4-FFF2-40B4-BE49-F238E27FC236}">
                <a16:creationId xmlns:a16="http://schemas.microsoft.com/office/drawing/2014/main" id="{41960D05-7300-DE41-AA08-A7F0AEC7DE42}"/>
              </a:ext>
            </a:extLst>
          </p:cNvPr>
          <p:cNvSpPr txBox="1">
            <a:spLocks/>
          </p:cNvSpPr>
          <p:nvPr userDrawn="1"/>
        </p:nvSpPr>
        <p:spPr>
          <a:xfrm>
            <a:off x="604707" y="6159500"/>
            <a:ext cx="4500563" cy="457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700" b="0" i="0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CHANGE STYLES OF MASK TEXT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93206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D8B83808-789D-A049-BCFB-9EC53CC9FB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2466" y="1864631"/>
            <a:ext cx="6467067" cy="31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180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5A289300-6989-2141-86C0-D114210D5C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470" y="873125"/>
            <a:ext cx="10658474" cy="313932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8" name="Espace réservé du texte 6">
            <a:extLst>
              <a:ext uri="{FF2B5EF4-FFF2-40B4-BE49-F238E27FC236}">
                <a16:creationId xmlns:a16="http://schemas.microsoft.com/office/drawing/2014/main" id="{E86B630A-D9F5-A44E-8726-2288F244A3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6470" y="362998"/>
            <a:ext cx="8507669" cy="560388"/>
          </a:xfrm>
        </p:spPr>
        <p:txBody>
          <a:bodyPr lIns="0">
            <a:noAutofit/>
          </a:bodyPr>
          <a:lstStyle>
            <a:lvl1pPr marL="0" indent="0">
              <a:buNone/>
              <a:defRPr sz="1500">
                <a:solidFill>
                  <a:srgbClr val="FF0000"/>
                </a:solidFill>
              </a:defRPr>
            </a:lvl1pPr>
            <a:lvl2pPr marL="457200" indent="0">
              <a:buNone/>
              <a:defRPr sz="12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82068B2-2F07-1E71-1EAF-2A0D4EDC6CA9}"/>
              </a:ext>
            </a:extLst>
          </p:cNvPr>
          <p:cNvCxnSpPr/>
          <p:nvPr userDrawn="1"/>
        </p:nvCxnSpPr>
        <p:spPr>
          <a:xfrm>
            <a:off x="604707" y="1187057"/>
            <a:ext cx="1065023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4E45D28-255E-AEF7-151D-EED0AD0794DE}"/>
              </a:ext>
            </a:extLst>
          </p:cNvPr>
          <p:cNvCxnSpPr/>
          <p:nvPr userDrawn="1"/>
        </p:nvCxnSpPr>
        <p:spPr>
          <a:xfrm>
            <a:off x="604707" y="2965878"/>
            <a:ext cx="1065023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A363D25-3B92-7BB9-E455-38DAD4CA58D1}"/>
              </a:ext>
            </a:extLst>
          </p:cNvPr>
          <p:cNvCxnSpPr/>
          <p:nvPr userDrawn="1"/>
        </p:nvCxnSpPr>
        <p:spPr>
          <a:xfrm>
            <a:off x="604707" y="4744698"/>
            <a:ext cx="1065023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51C3D57-F8CC-395C-4CBB-FE23D1706745}"/>
              </a:ext>
            </a:extLst>
          </p:cNvPr>
          <p:cNvSpPr txBox="1"/>
          <p:nvPr userDrawn="1"/>
        </p:nvSpPr>
        <p:spPr>
          <a:xfrm>
            <a:off x="604707" y="6209585"/>
            <a:ext cx="12263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5F9BA19-5F8F-4D10-92CF-CB2B7E11948A}" type="slidenum">
              <a:rPr lang="en-US" sz="1000" smtClean="0"/>
              <a:t>‹#›</a:t>
            </a:fld>
            <a:endParaRPr lang="en-US" sz="100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7ED9316-1800-1D28-209D-FED3C0A249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4707" y="2641222"/>
            <a:ext cx="10650237" cy="324655"/>
          </a:xfrm>
        </p:spPr>
        <p:txBody>
          <a:bodyPr wrap="square" lIns="0">
            <a:spAutoFit/>
          </a:bodyPr>
          <a:lstStyle>
            <a:lvl1pPr marL="0" indent="0">
              <a:buNone/>
              <a:defRPr sz="1600" b="1"/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4F167BD-8B76-C931-13D8-8B631A2AC9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4706" y="4388534"/>
            <a:ext cx="10650669" cy="313932"/>
          </a:xfrm>
        </p:spPr>
        <p:txBody>
          <a:bodyPr lIns="0">
            <a:spAutoFit/>
          </a:bodyPr>
          <a:lstStyle>
            <a:lvl1pPr marL="0" indent="0">
              <a:buNone/>
              <a:defRPr sz="1600" b="1"/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6A3A091-D3B9-EFA4-0D1B-08E346451D96}"/>
              </a:ext>
            </a:extLst>
          </p:cNvPr>
          <p:cNvCxnSpPr>
            <a:cxnSpLocks/>
          </p:cNvCxnSpPr>
          <p:nvPr userDrawn="1"/>
        </p:nvCxnSpPr>
        <p:spPr>
          <a:xfrm>
            <a:off x="604707" y="4770474"/>
            <a:ext cx="406512" cy="0"/>
          </a:xfrm>
          <a:prstGeom prst="line">
            <a:avLst/>
          </a:prstGeom>
          <a:ln w="476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8E34C3F-3CCD-F937-9A97-5767ACE8421A}"/>
              </a:ext>
            </a:extLst>
          </p:cNvPr>
          <p:cNvCxnSpPr>
            <a:cxnSpLocks/>
          </p:cNvCxnSpPr>
          <p:nvPr userDrawn="1"/>
        </p:nvCxnSpPr>
        <p:spPr>
          <a:xfrm>
            <a:off x="604707" y="2988179"/>
            <a:ext cx="406512" cy="0"/>
          </a:xfrm>
          <a:prstGeom prst="line">
            <a:avLst/>
          </a:prstGeom>
          <a:ln w="476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3FED5C2-7DBA-CFC8-7A69-DA87A0D3B434}"/>
              </a:ext>
            </a:extLst>
          </p:cNvPr>
          <p:cNvCxnSpPr>
            <a:cxnSpLocks/>
          </p:cNvCxnSpPr>
          <p:nvPr userDrawn="1"/>
        </p:nvCxnSpPr>
        <p:spPr>
          <a:xfrm>
            <a:off x="604707" y="1207452"/>
            <a:ext cx="406512" cy="0"/>
          </a:xfrm>
          <a:prstGeom prst="line">
            <a:avLst/>
          </a:prstGeom>
          <a:ln w="476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8721950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5A289300-6989-2141-86C0-D114210D5C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470" y="873125"/>
            <a:ext cx="10658474" cy="313932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8" name="Espace réservé du texte 6">
            <a:extLst>
              <a:ext uri="{FF2B5EF4-FFF2-40B4-BE49-F238E27FC236}">
                <a16:creationId xmlns:a16="http://schemas.microsoft.com/office/drawing/2014/main" id="{E86B630A-D9F5-A44E-8726-2288F244A3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6470" y="362998"/>
            <a:ext cx="8507669" cy="560388"/>
          </a:xfrm>
        </p:spPr>
        <p:txBody>
          <a:bodyPr lIns="0">
            <a:noAutofit/>
          </a:bodyPr>
          <a:lstStyle>
            <a:lvl1pPr marL="0" indent="0">
              <a:buNone/>
              <a:defRPr sz="1500">
                <a:solidFill>
                  <a:srgbClr val="FF0000"/>
                </a:solidFill>
              </a:defRPr>
            </a:lvl1pPr>
            <a:lvl2pPr marL="457200" indent="0">
              <a:buNone/>
              <a:defRPr sz="12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82068B2-2F07-1E71-1EAF-2A0D4EDC6CA9}"/>
              </a:ext>
            </a:extLst>
          </p:cNvPr>
          <p:cNvCxnSpPr/>
          <p:nvPr userDrawn="1"/>
        </p:nvCxnSpPr>
        <p:spPr>
          <a:xfrm>
            <a:off x="604707" y="1187057"/>
            <a:ext cx="1065023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A363D25-3B92-7BB9-E455-38DAD4CA58D1}"/>
              </a:ext>
            </a:extLst>
          </p:cNvPr>
          <p:cNvCxnSpPr/>
          <p:nvPr userDrawn="1"/>
        </p:nvCxnSpPr>
        <p:spPr>
          <a:xfrm>
            <a:off x="604707" y="4744698"/>
            <a:ext cx="1065023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51C3D57-F8CC-395C-4CBB-FE23D1706745}"/>
              </a:ext>
            </a:extLst>
          </p:cNvPr>
          <p:cNvSpPr txBox="1"/>
          <p:nvPr userDrawn="1"/>
        </p:nvSpPr>
        <p:spPr>
          <a:xfrm>
            <a:off x="604707" y="6209585"/>
            <a:ext cx="12263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5F9BA19-5F8F-4D10-92CF-CB2B7E11948A}" type="slidenum">
              <a:rPr lang="en-US" sz="1000" smtClean="0"/>
              <a:t>‹#›</a:t>
            </a:fld>
            <a:endParaRPr lang="en-US" sz="100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4F167BD-8B76-C931-13D8-8B631A2AC9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4706" y="4388534"/>
            <a:ext cx="10650669" cy="313932"/>
          </a:xfrm>
        </p:spPr>
        <p:txBody>
          <a:bodyPr lIns="0">
            <a:spAutoFit/>
          </a:bodyPr>
          <a:lstStyle>
            <a:lvl1pPr marL="0" indent="0">
              <a:buNone/>
              <a:defRPr sz="1600" b="1"/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E3E20A8-16F4-E997-8770-275705AD6CD1}"/>
              </a:ext>
            </a:extLst>
          </p:cNvPr>
          <p:cNvCxnSpPr>
            <a:cxnSpLocks/>
          </p:cNvCxnSpPr>
          <p:nvPr userDrawn="1"/>
        </p:nvCxnSpPr>
        <p:spPr>
          <a:xfrm>
            <a:off x="604707" y="1211822"/>
            <a:ext cx="406512" cy="0"/>
          </a:xfrm>
          <a:prstGeom prst="line">
            <a:avLst/>
          </a:prstGeom>
          <a:ln w="476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361AD4F-DDC4-0373-3E02-F62404E50EAA}"/>
              </a:ext>
            </a:extLst>
          </p:cNvPr>
          <p:cNvCxnSpPr>
            <a:cxnSpLocks/>
          </p:cNvCxnSpPr>
          <p:nvPr userDrawn="1"/>
        </p:nvCxnSpPr>
        <p:spPr>
          <a:xfrm>
            <a:off x="604707" y="4772379"/>
            <a:ext cx="406512" cy="0"/>
          </a:xfrm>
          <a:prstGeom prst="line">
            <a:avLst/>
          </a:prstGeom>
          <a:ln w="476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7929215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5A289300-6989-2141-86C0-D114210D5C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470" y="873125"/>
            <a:ext cx="10658474" cy="313932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8" name="Espace réservé du texte 6">
            <a:extLst>
              <a:ext uri="{FF2B5EF4-FFF2-40B4-BE49-F238E27FC236}">
                <a16:creationId xmlns:a16="http://schemas.microsoft.com/office/drawing/2014/main" id="{E86B630A-D9F5-A44E-8726-2288F244A3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6470" y="362998"/>
            <a:ext cx="8507669" cy="560388"/>
          </a:xfrm>
        </p:spPr>
        <p:txBody>
          <a:bodyPr lIns="0">
            <a:noAutofit/>
          </a:bodyPr>
          <a:lstStyle>
            <a:lvl1pPr marL="0" indent="0">
              <a:buNone/>
              <a:defRPr sz="1500">
                <a:solidFill>
                  <a:srgbClr val="FF0000"/>
                </a:solidFill>
              </a:defRPr>
            </a:lvl1pPr>
            <a:lvl2pPr marL="457200" indent="0">
              <a:buNone/>
              <a:defRPr sz="12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82068B2-2F07-1E71-1EAF-2A0D4EDC6CA9}"/>
              </a:ext>
            </a:extLst>
          </p:cNvPr>
          <p:cNvCxnSpPr/>
          <p:nvPr userDrawn="1"/>
        </p:nvCxnSpPr>
        <p:spPr>
          <a:xfrm>
            <a:off x="604707" y="1187057"/>
            <a:ext cx="1065023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A363D25-3B92-7BB9-E455-38DAD4CA58D1}"/>
              </a:ext>
            </a:extLst>
          </p:cNvPr>
          <p:cNvCxnSpPr/>
          <p:nvPr userDrawn="1"/>
        </p:nvCxnSpPr>
        <p:spPr>
          <a:xfrm>
            <a:off x="604707" y="3785164"/>
            <a:ext cx="1065023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51C3D57-F8CC-395C-4CBB-FE23D1706745}"/>
              </a:ext>
            </a:extLst>
          </p:cNvPr>
          <p:cNvSpPr txBox="1"/>
          <p:nvPr userDrawn="1"/>
        </p:nvSpPr>
        <p:spPr>
          <a:xfrm>
            <a:off x="604707" y="6209585"/>
            <a:ext cx="12263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5F9BA19-5F8F-4D10-92CF-CB2B7E11948A}" type="slidenum">
              <a:rPr lang="en-US" sz="1000" smtClean="0"/>
              <a:t>‹#›</a:t>
            </a:fld>
            <a:endParaRPr lang="en-US" sz="100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4F167BD-8B76-C931-13D8-8B631A2AC9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4706" y="3429000"/>
            <a:ext cx="10650669" cy="313932"/>
          </a:xfrm>
        </p:spPr>
        <p:txBody>
          <a:bodyPr lIns="0">
            <a:spAutoFit/>
          </a:bodyPr>
          <a:lstStyle>
            <a:lvl1pPr marL="0" indent="0">
              <a:buNone/>
              <a:defRPr sz="1600" b="1"/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5ED427B-F181-E037-9A26-19304DB7EC4E}"/>
              </a:ext>
            </a:extLst>
          </p:cNvPr>
          <p:cNvCxnSpPr>
            <a:cxnSpLocks/>
          </p:cNvCxnSpPr>
          <p:nvPr userDrawn="1"/>
        </p:nvCxnSpPr>
        <p:spPr>
          <a:xfrm>
            <a:off x="604707" y="1211822"/>
            <a:ext cx="406512" cy="0"/>
          </a:xfrm>
          <a:prstGeom prst="line">
            <a:avLst/>
          </a:prstGeom>
          <a:ln w="476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F67782-9EB1-C03D-2871-50FAF8209D2C}"/>
              </a:ext>
            </a:extLst>
          </p:cNvPr>
          <p:cNvCxnSpPr>
            <a:cxnSpLocks/>
          </p:cNvCxnSpPr>
          <p:nvPr userDrawn="1"/>
        </p:nvCxnSpPr>
        <p:spPr>
          <a:xfrm>
            <a:off x="604707" y="3812259"/>
            <a:ext cx="406512" cy="0"/>
          </a:xfrm>
          <a:prstGeom prst="line">
            <a:avLst/>
          </a:prstGeom>
          <a:ln w="476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8828940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le rectangle 7">
            <a:extLst>
              <a:ext uri="{FF2B5EF4-FFF2-40B4-BE49-F238E27FC236}">
                <a16:creationId xmlns:a16="http://schemas.microsoft.com/office/drawing/2014/main" id="{439B4077-5295-144C-A05E-D78F69C42DAB}"/>
              </a:ext>
            </a:extLst>
          </p:cNvPr>
          <p:cNvSpPr/>
          <p:nvPr userDrawn="1"/>
        </p:nvSpPr>
        <p:spPr>
          <a:xfrm>
            <a:off x="0" y="3429000"/>
            <a:ext cx="828137" cy="34290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space réservé du texte 16">
            <a:extLst>
              <a:ext uri="{FF2B5EF4-FFF2-40B4-BE49-F238E27FC236}">
                <a16:creationId xmlns:a16="http://schemas.microsoft.com/office/drawing/2014/main" id="{4B6834C7-2FE5-D340-A623-05A0E1BECB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60000" y="0"/>
            <a:ext cx="4714915" cy="685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3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8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700" indent="0">
              <a:lnSpc>
                <a:spcPct val="100000"/>
              </a:lnSpc>
              <a:buNone/>
              <a:tabLst/>
              <a:defRPr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 TITRE</a:t>
            </a:r>
          </a:p>
          <a:p>
            <a:pPr lvl="2"/>
            <a:r>
              <a:rPr lang="fr-FR" err="1"/>
              <a:t>Prepared</a:t>
            </a:r>
            <a:r>
              <a:rPr lang="fr-FR"/>
              <a:t> for </a:t>
            </a:r>
            <a:r>
              <a:rPr lang="fr-FR" err="1"/>
              <a:t>xoxoxo</a:t>
            </a:r>
            <a:endParaRPr lang="fr-FR"/>
          </a:p>
          <a:p>
            <a:pPr lvl="4"/>
            <a:r>
              <a:rPr lang="fr-FR"/>
              <a:t>date</a:t>
            </a:r>
          </a:p>
          <a:p>
            <a:pPr lvl="3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44162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C5516-33D3-B08B-6F11-95B0ED225C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DDC273-D895-155D-6844-722AAB5578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99153-1DF7-98BE-9362-318E5DF798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47AB28-3A4A-43EF-BD6F-914192EB1A3F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85619-E2DC-DBC0-71CC-8C96493A5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82E5F-40C5-9B94-131E-7A47E483A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6BFC19-E2B8-42CF-A86D-0A2543372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562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2DCFA-6B5C-43E7-A030-5C2C7FD33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EAD5D-9339-0BA2-CA46-CA0785B03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21A34-0B4B-BF53-B701-A90A6FBB00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47AB28-3A4A-43EF-BD6F-914192EB1A3F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214BD-354A-D856-1F49-387DB2677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15E9A-F706-9181-1CBA-CDFECD01E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6BFC19-E2B8-42CF-A86D-0A2543372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570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58466-2769-1BD3-DD15-6A12C5204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08E443-4E7A-587B-BE5A-67EA4B19E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08BBE-B36C-C41B-FCD4-E40C7AEF69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47AB28-3A4A-43EF-BD6F-914192EB1A3F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54319-C01A-66FF-7E2D-A6A7BB904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0EE1B-D1AD-2A48-9030-949042BD5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6BFC19-E2B8-42CF-A86D-0A2543372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854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2EAA2-9AFA-4B3C-29A6-CC43E2261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06B85-C6FB-D8FC-4A33-8221FC78F0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1E3006-C18B-55EB-E756-43455ABE62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046766-2CC4-333A-CF8F-D14206A7F6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47AB28-3A4A-43EF-BD6F-914192EB1A3F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7F4F51-5F9B-D5EC-895C-54A32C9D1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760D7E-BC15-CD3A-8554-55CC681ED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6BFC19-E2B8-42CF-A86D-0A2543372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4337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F6243-16F6-EAA1-9BEA-53D721AEF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1B3710-8C72-D0E5-05EA-76CE63152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F9A955-77A5-452D-9394-F04B7177B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A53139-FEE6-B352-F80E-D4531A97CB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1D7F70-24ED-0807-C41F-B497E3F744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3458EB-7A07-331D-0C6F-0242D52785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47AB28-3A4A-43EF-BD6F-914192EB1A3F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41C274-0E96-3170-5F6C-CFBFF971B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E707AA-CAC7-CA5D-2BE4-1A48F7370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6BFC19-E2B8-42CF-A86D-0A2543372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8914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2614F-5F91-0832-FFF9-81B0CFB4F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D8111F-5750-9445-34C3-65D2F48B62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47AB28-3A4A-43EF-BD6F-914192EB1A3F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9924FF-4895-A209-79B3-FA3C66020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A29E67-93EE-C082-007B-FD231B91F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6BFC19-E2B8-42CF-A86D-0A2543372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3590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665F10-A0AE-DF1C-12BF-921FA2DA5B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47AB28-3A4A-43EF-BD6F-914192EB1A3F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49D318-C286-2FDA-753A-30657D852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756603-FBA3-4EB4-4F13-21A8EB97E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6BFC19-E2B8-42CF-A86D-0A2543372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3475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0B805-CBCD-DC96-37A4-D434AD699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B0AD6-EA49-D742-C05E-FEBEA3CEE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C9F8A-15CD-3356-717B-69326A4A24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060BA5-568C-4FE7-F32E-CBE1E2404B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47AB28-3A4A-43EF-BD6F-914192EB1A3F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EB5C57-778C-03FE-2F98-694CDEB14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620766-DBA2-BCF6-1E11-57197A1E8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6BFC19-E2B8-42CF-A86D-0A2543372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2610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74688-105E-EC68-C58E-F167B9C3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8AAF82-E470-CBB2-766D-AAB052786C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E9B8A3-0433-4B17-A7FA-65BA58CBA8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9EB277-6051-3252-6BDF-B7C28EA000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47AB28-3A4A-43EF-BD6F-914192EB1A3F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F98BC-1697-8A97-F850-2957A1714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6103A-9151-7430-A1D8-95CD4EC2F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6BFC19-E2B8-42CF-A86D-0A2543372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8222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4F85D-9662-1EA5-548C-190B162E0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B0CE40-CAA9-105E-0F63-A022F3C62A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50175-EFE0-ED26-CC0C-7AB7F7CF79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47AB28-3A4A-43EF-BD6F-914192EB1A3F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B7F70-9F96-FBA7-9488-13E4DCFA6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1E2F0-61CD-83A3-73C1-3E320BCEA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6BFC19-E2B8-42CF-A86D-0A2543372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4458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3D94D1-5D17-C926-E9B8-390A86A9DA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2D6317-035C-CBF6-4C07-2840412F6F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F4C0C-A5B6-10F1-F997-884D30A061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47AB28-3A4A-43EF-BD6F-914192EB1A3F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28B42-C401-3870-D8A7-73E3C61F7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8F666-AA11-2228-5524-76EAE0C01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6BFC19-E2B8-42CF-A86D-0A2543372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5839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pour une image  2">
            <a:extLst>
              <a:ext uri="{FF2B5EF4-FFF2-40B4-BE49-F238E27FC236}">
                <a16:creationId xmlns:a16="http://schemas.microsoft.com/office/drawing/2014/main" id="{2E363DFE-0A71-BA40-BDA1-50ACC5C7878A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582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Picture</a:t>
            </a:r>
          </a:p>
        </p:txBody>
      </p:sp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EA5BECAE-D013-1B45-98AC-F459003328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6623" y="3479753"/>
            <a:ext cx="7391980" cy="155031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3400" b="1">
                <a:solidFill>
                  <a:srgbClr val="FF0000"/>
                </a:solidFill>
              </a:defRPr>
            </a:lvl1pPr>
            <a:lvl2pPr marL="12700" indent="0">
              <a:lnSpc>
                <a:spcPct val="100000"/>
              </a:lnSpc>
              <a:buNone/>
              <a:tabLst/>
              <a:defRPr sz="3400" b="1">
                <a:solidFill>
                  <a:schemeClr val="bg1"/>
                </a:solidFill>
              </a:defRPr>
            </a:lvl2pPr>
            <a:lvl3pPr marL="12700" indent="0">
              <a:lnSpc>
                <a:spcPct val="100000"/>
              </a:lnSpc>
              <a:buNone/>
              <a:tabLst/>
              <a:defRPr sz="2000" b="0"/>
            </a:lvl3pPr>
            <a:lvl4pPr marL="12700" indent="0">
              <a:lnSpc>
                <a:spcPct val="100000"/>
              </a:lnSpc>
              <a:buNone/>
              <a:tabLst/>
              <a:defRPr sz="1400" b="1"/>
            </a:lvl4pPr>
            <a:lvl5pPr marL="12700" indent="0">
              <a:lnSpc>
                <a:spcPct val="100000"/>
              </a:lnSpc>
              <a:buNone/>
              <a:tabLst/>
              <a:defRPr sz="1400" b="1"/>
            </a:lvl5pPr>
          </a:lstStyle>
          <a:p>
            <a:pPr lvl="0"/>
            <a:r>
              <a:rPr lang="fr-FR"/>
              <a:t>TITLE OF THE CHAPTER</a:t>
            </a:r>
          </a:p>
          <a:p>
            <a:pPr lvl="1"/>
            <a:r>
              <a:rPr lang="fr-FR"/>
              <a:t>BUB TITLE</a:t>
            </a:r>
          </a:p>
        </p:txBody>
      </p:sp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64070E47-C044-2C44-BE6F-AC10AD69A4EC}"/>
              </a:ext>
            </a:extLst>
          </p:cNvPr>
          <p:cNvSpPr txBox="1">
            <a:spLocks/>
          </p:cNvSpPr>
          <p:nvPr userDrawn="1"/>
        </p:nvSpPr>
        <p:spPr>
          <a:xfrm>
            <a:off x="604707" y="6159500"/>
            <a:ext cx="4500563" cy="457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700" b="0" i="0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CHANGE STYLES OF MASK TEXT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873238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0F69C1-169A-904A-8CCE-76B9021FE3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470" y="873125"/>
            <a:ext cx="10658474" cy="817563"/>
          </a:xfrm>
          <a:prstGeom prst="rect">
            <a:avLst/>
          </a:prstGeom>
        </p:spPr>
        <p:txBody>
          <a:bodyPr/>
          <a:lstStyle/>
          <a:p>
            <a:r>
              <a:rPr lang="fr-FR" err="1"/>
              <a:t>Title</a:t>
            </a:r>
            <a:r>
              <a:rPr lang="fr-FR"/>
              <a:t> of the page</a:t>
            </a:r>
          </a:p>
        </p:txBody>
      </p:sp>
      <p:sp>
        <p:nvSpPr>
          <p:cNvPr id="5" name="Espace réservé du texte 6">
            <a:extLst>
              <a:ext uri="{FF2B5EF4-FFF2-40B4-BE49-F238E27FC236}">
                <a16:creationId xmlns:a16="http://schemas.microsoft.com/office/drawing/2014/main" id="{77BB9805-6303-FF4D-9B59-6CE1F301AC0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6470" y="362998"/>
            <a:ext cx="8507669" cy="560388"/>
          </a:xfrm>
        </p:spPr>
        <p:txBody>
          <a:bodyPr>
            <a:noAutofit/>
          </a:bodyPr>
          <a:lstStyle>
            <a:lvl1pPr marL="0" indent="0">
              <a:buNone/>
              <a:defRPr lang="fr-FR" smtClean="0">
                <a:effectLst/>
              </a:defRPr>
            </a:lvl1pPr>
            <a:lvl2pPr marL="457200" indent="0">
              <a:buNone/>
              <a:defRPr sz="12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r>
              <a:rPr lang="fr-FR">
                <a:effectLst/>
                <a:latin typeface="Helvetica Neue" panose="02000503000000020004" pitchFamily="2" charset="0"/>
              </a:rPr>
              <a:t>TITLE OF THE CHAPTER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7" name="Espace réservé du texte 2">
            <a:extLst>
              <a:ext uri="{FF2B5EF4-FFF2-40B4-BE49-F238E27FC236}">
                <a16:creationId xmlns:a16="http://schemas.microsoft.com/office/drawing/2014/main" id="{E59A6AA3-0079-2C4F-9CFB-ACFA33450D26}"/>
              </a:ext>
            </a:extLst>
          </p:cNvPr>
          <p:cNvSpPr txBox="1">
            <a:spLocks/>
          </p:cNvSpPr>
          <p:nvPr userDrawn="1"/>
        </p:nvSpPr>
        <p:spPr>
          <a:xfrm>
            <a:off x="604707" y="6159500"/>
            <a:ext cx="4500563" cy="457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700" b="0" i="0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CHANGE STYLES OF MASK TEXT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525015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space réservé du contenu 2">
            <a:extLst>
              <a:ext uri="{FF2B5EF4-FFF2-40B4-BE49-F238E27FC236}">
                <a16:creationId xmlns:a16="http://schemas.microsoft.com/office/drawing/2014/main" id="{D2FC9CEF-E826-5A45-939F-880CD4C4E91E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07357" y="3283131"/>
            <a:ext cx="5084988" cy="273825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fr-FR" smtClean="0">
                <a:effectLst/>
              </a:defRPr>
            </a:lvl1pPr>
          </a:lstStyle>
          <a:p>
            <a:r>
              <a:rPr lang="fr-FR" err="1">
                <a:effectLst/>
                <a:latin typeface="Helvetica Neue" panose="02000503000000020004" pitchFamily="2" charset="0"/>
              </a:rPr>
              <a:t>Text</a:t>
            </a:r>
            <a:r>
              <a:rPr lang="fr-FR">
                <a:effectLst/>
                <a:latin typeface="Helvetica Neue" panose="02000503000000020004" pitchFamily="2" charset="0"/>
              </a:rPr>
              <a:t> to </a:t>
            </a:r>
            <a:r>
              <a:rPr lang="fr-FR" err="1">
                <a:effectLst/>
                <a:latin typeface="Helvetica Neue" panose="02000503000000020004" pitchFamily="2" charset="0"/>
              </a:rPr>
              <a:t>describe</a:t>
            </a:r>
            <a:endParaRPr lang="fr-FR">
              <a:effectLst/>
              <a:latin typeface="Helvetica Neue" panose="02000503000000020004" pitchFamily="2" charset="0"/>
            </a:endParaRP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5218AE18-DCFC-C447-8883-FB1492A56DB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6470" y="2151471"/>
            <a:ext cx="5330825" cy="844550"/>
          </a:xfrm>
        </p:spPr>
        <p:txBody>
          <a:bodyPr>
            <a:noAutofit/>
          </a:bodyPr>
          <a:lstStyle>
            <a:lvl1pPr marL="0" indent="0">
              <a:buNone/>
              <a:defRPr lang="fr-FR" smtClean="0">
                <a:effectLst/>
              </a:defRPr>
            </a:lvl1pPr>
            <a:lvl2pPr>
              <a:defRPr sz="3000" b="1"/>
            </a:lvl2pPr>
            <a:lvl3pPr>
              <a:defRPr sz="3000" b="1"/>
            </a:lvl3pPr>
            <a:lvl4pPr>
              <a:defRPr sz="3000" b="1"/>
            </a:lvl4pPr>
            <a:lvl5pPr>
              <a:defRPr sz="3000" b="1"/>
            </a:lvl5pPr>
          </a:lstStyle>
          <a:p>
            <a:r>
              <a:rPr lang="fr-FR" err="1">
                <a:effectLst/>
                <a:latin typeface="Helvetica Neue" panose="02000503000000020004" pitchFamily="2" charset="0"/>
              </a:rPr>
              <a:t>Title</a:t>
            </a:r>
            <a:r>
              <a:rPr lang="fr-FR">
                <a:effectLst/>
                <a:latin typeface="Helvetica Neue" panose="02000503000000020004" pitchFamily="2" charset="0"/>
              </a:rPr>
              <a:t> of the page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25DE0A85-84C9-AF41-8B2F-3129B8508A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470" y="362998"/>
            <a:ext cx="8507669" cy="560388"/>
          </a:xfrm>
        </p:spPr>
        <p:txBody>
          <a:bodyPr>
            <a:noAutofit/>
          </a:bodyPr>
          <a:lstStyle>
            <a:lvl1pPr marL="0" indent="0">
              <a:buNone/>
              <a:defRPr lang="fr-FR" smtClean="0">
                <a:effectLst/>
              </a:defRPr>
            </a:lvl1pPr>
            <a:lvl2pPr marL="457200" indent="0">
              <a:buNone/>
              <a:defRPr sz="12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r>
              <a:rPr lang="fr-FR">
                <a:effectLst/>
                <a:latin typeface="Helvetica Neue" panose="02000503000000020004" pitchFamily="2" charset="0"/>
              </a:rPr>
              <a:t>TITLE OF THE CHAPTER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A8A58A9-3937-A048-8F19-2F1BE328810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65643" y="908050"/>
            <a:ext cx="5262832" cy="5113338"/>
          </a:xfrm>
        </p:spPr>
        <p:txBody>
          <a:bodyPr/>
          <a:lstStyle/>
          <a:p>
            <a:r>
              <a:rPr lang="fr-FR" err="1"/>
              <a:t>picture</a:t>
            </a:r>
            <a:endParaRPr lang="fr-FR"/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0898ABA4-F9A3-0245-B88A-D6A66DDA246D}"/>
              </a:ext>
            </a:extLst>
          </p:cNvPr>
          <p:cNvGrpSpPr/>
          <p:nvPr userDrawn="1"/>
        </p:nvGrpSpPr>
        <p:grpSpPr>
          <a:xfrm>
            <a:off x="695325" y="5293914"/>
            <a:ext cx="1076647" cy="68821"/>
            <a:chOff x="821701" y="1985167"/>
            <a:chExt cx="1076647" cy="6882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1D83F3C-1878-AD48-8589-9313F29C0FA2}"/>
                </a:ext>
              </a:extLst>
            </p:cNvPr>
            <p:cNvSpPr/>
            <p:nvPr/>
          </p:nvSpPr>
          <p:spPr>
            <a:xfrm>
              <a:off x="821701" y="1985167"/>
              <a:ext cx="1076647" cy="688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D9CAF6C-C220-FD4D-967D-BB28952C2C3A}"/>
                </a:ext>
              </a:extLst>
            </p:cNvPr>
            <p:cNvSpPr/>
            <p:nvPr/>
          </p:nvSpPr>
          <p:spPr>
            <a:xfrm>
              <a:off x="821701" y="1985167"/>
              <a:ext cx="788024" cy="68821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75BE6815-B112-A74F-A388-83659BDCB55F}"/>
              </a:ext>
            </a:extLst>
          </p:cNvPr>
          <p:cNvSpPr txBox="1">
            <a:spLocks/>
          </p:cNvSpPr>
          <p:nvPr userDrawn="1"/>
        </p:nvSpPr>
        <p:spPr>
          <a:xfrm>
            <a:off x="604707" y="6159500"/>
            <a:ext cx="4500563" cy="457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700" b="0" i="0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CHANGE STYLES OF MASK TEXT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1359098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CCESS 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space réservé pour une image  2">
            <a:extLst>
              <a:ext uri="{FF2B5EF4-FFF2-40B4-BE49-F238E27FC236}">
                <a16:creationId xmlns:a16="http://schemas.microsoft.com/office/drawing/2014/main" id="{4353D3AD-69FD-054A-8082-273C677A35CA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2505296" y="1793470"/>
            <a:ext cx="3002041" cy="2216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err="1"/>
              <a:t>picture</a:t>
            </a:r>
            <a:endParaRPr lang="fr-FR"/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86501B93-2055-A84A-9EF1-07A066612D5B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5895975" y="1793470"/>
            <a:ext cx="6188400" cy="21335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spcAft>
                <a:spcPts val="900"/>
              </a:spcAft>
              <a:buNone/>
              <a:defRPr lang="fr-FR" smtClean="0">
                <a:effectLst/>
              </a:defRPr>
            </a:lvl1pPr>
            <a:lvl2pPr marL="179388" indent="-171450">
              <a:buFont typeface=".Lucida Grande UI Regular"/>
              <a:buChar char="►"/>
              <a:tabLst/>
              <a:defRPr sz="1250" b="1"/>
            </a:lvl2pPr>
            <a:lvl3pPr marL="179388" indent="0">
              <a:buNone/>
              <a:tabLst/>
              <a:defRPr sz="1250"/>
            </a:lvl3pPr>
          </a:lstStyle>
          <a:p>
            <a:r>
              <a:rPr lang="fr-FR">
                <a:effectLst/>
                <a:latin typeface="Helvetica Neue" panose="02000503000000020004" pitchFamily="2" charset="0"/>
              </a:rPr>
              <a:t>CEVA SOLUTION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r>
              <a:rPr lang="fr-FR"/>
              <a:t>  </a:t>
            </a:r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0"/>
            <a:endParaRPr lang="fr-FR"/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BD3E88A2-E9CD-4B44-9F78-4E2E5FDFC1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470" y="362998"/>
            <a:ext cx="8507669" cy="560388"/>
          </a:xfrm>
        </p:spPr>
        <p:txBody>
          <a:bodyPr>
            <a:noAutofit/>
          </a:bodyPr>
          <a:lstStyle>
            <a:lvl1pPr marL="0" indent="0">
              <a:buNone/>
              <a:defRPr lang="fr-FR" smtClean="0">
                <a:effectLst/>
              </a:defRPr>
            </a:lvl1pPr>
            <a:lvl2pPr marL="457200" indent="0">
              <a:buNone/>
              <a:defRPr sz="11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r>
              <a:rPr lang="fr-FR">
                <a:effectLst/>
                <a:latin typeface="Helvetica Neue" panose="02000503000000020004" pitchFamily="2" charset="0"/>
              </a:rPr>
              <a:t>TITLE OF THE CHAPTER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11" name="Espace réservé du contenu 3">
            <a:extLst>
              <a:ext uri="{FF2B5EF4-FFF2-40B4-BE49-F238E27FC236}">
                <a16:creationId xmlns:a16="http://schemas.microsoft.com/office/drawing/2014/main" id="{F7B6A880-32A5-004C-857A-2AD77204232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96469" y="873125"/>
            <a:ext cx="11331371" cy="82136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fr-FR" smtClean="0">
                <a:effectLst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.Lucida Grande UI Regular"/>
              <a:buNone/>
              <a:tabLst/>
              <a:defRPr sz="2000" b="1">
                <a:solidFill>
                  <a:schemeClr val="accent2"/>
                </a:solidFill>
              </a:defRPr>
            </a:lvl2pPr>
            <a:lvl3pPr marL="914400" indent="-558800">
              <a:buNone/>
              <a:tabLst/>
              <a:defRPr/>
            </a:lvl3pPr>
            <a:lvl4pPr marL="1828800" indent="-1473200">
              <a:buNone/>
              <a:tabLst/>
              <a:defRPr/>
            </a:lvl4pPr>
            <a:lvl5pPr marL="1828800" indent="-1473200">
              <a:buNone/>
              <a:tabLst/>
              <a:defRPr/>
            </a:lvl5pPr>
          </a:lstStyle>
          <a:p>
            <a:r>
              <a:rPr lang="fr-FR" err="1">
                <a:effectLst/>
                <a:latin typeface="Helvetica Neue" panose="02000503000000020004" pitchFamily="2" charset="0"/>
              </a:rPr>
              <a:t>Ceva</a:t>
            </a:r>
            <a:r>
              <a:rPr lang="fr-FR"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effectLst/>
                <a:latin typeface="Helvetica Neue" panose="02000503000000020004" pitchFamily="2" charset="0"/>
              </a:rPr>
              <a:t>Success</a:t>
            </a:r>
            <a:r>
              <a:rPr lang="fr-FR">
                <a:effectLst/>
                <a:latin typeface="Helvetica Neue" panose="02000503000000020004" pitchFamily="2" charset="0"/>
              </a:rPr>
              <a:t> story</a:t>
            </a:r>
          </a:p>
          <a:p>
            <a:pPr lvl="1"/>
            <a:r>
              <a:rPr lang="fr-FR"/>
              <a:t>Sentence to </a:t>
            </a:r>
            <a:r>
              <a:rPr lang="fr-FR" err="1"/>
              <a:t>present</a:t>
            </a:r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AB713E-1971-C449-9183-186CCA4EA190}"/>
              </a:ext>
            </a:extLst>
          </p:cNvPr>
          <p:cNvSpPr/>
          <p:nvPr userDrawn="1"/>
        </p:nvSpPr>
        <p:spPr>
          <a:xfrm>
            <a:off x="706211" y="1783860"/>
            <a:ext cx="4791600" cy="2226513"/>
          </a:xfrm>
          <a:prstGeom prst="rect">
            <a:avLst/>
          </a:prstGeom>
          <a:noFill/>
          <a:ln w="3492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28717D-E6FF-114C-97FB-9047141DDE62}"/>
              </a:ext>
            </a:extLst>
          </p:cNvPr>
          <p:cNvSpPr/>
          <p:nvPr userDrawn="1"/>
        </p:nvSpPr>
        <p:spPr bwMode="auto">
          <a:xfrm>
            <a:off x="696685" y="4010373"/>
            <a:ext cx="4821465" cy="1866552"/>
          </a:xfrm>
          <a:prstGeom prst="rect">
            <a:avLst/>
          </a:prstGeom>
          <a:solidFill>
            <a:schemeClr val="tx2">
              <a:alpha val="50000"/>
            </a:schemeClr>
          </a:solidFill>
          <a:ln w="349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6" name="Espace réservé du contenu 3">
            <a:extLst>
              <a:ext uri="{FF2B5EF4-FFF2-40B4-BE49-F238E27FC236}">
                <a16:creationId xmlns:a16="http://schemas.microsoft.com/office/drawing/2014/main" id="{BB2F79C8-0174-F44E-838C-72A6F33E9358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95326" y="4182485"/>
            <a:ext cx="4739456" cy="1686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fr-FR" smtClean="0">
                <a:effectLst/>
              </a:defRPr>
            </a:lvl1pPr>
            <a:lvl2pPr marL="182563" indent="-177800">
              <a:buFont typeface=".Lucida Grande UI Regular"/>
              <a:buChar char="►"/>
              <a:tabLst/>
              <a:defRPr sz="1100" b="1"/>
            </a:lvl2pPr>
            <a:lvl3pPr marL="182563" indent="0">
              <a:buNone/>
              <a:tabLst/>
              <a:defRPr sz="1100"/>
            </a:lvl3pPr>
            <a:lvl4pPr marL="182563" indent="0">
              <a:buNone/>
              <a:tabLst/>
              <a:defRPr/>
            </a:lvl4pPr>
            <a:lvl5pPr marL="182563" indent="0">
              <a:buNone/>
              <a:tabLst/>
              <a:defRPr/>
            </a:lvl5pPr>
          </a:lstStyle>
          <a:p>
            <a:r>
              <a:rPr lang="fr-FR">
                <a:effectLst/>
                <a:latin typeface="Helvetica Neue" panose="02000503000000020004" pitchFamily="2" charset="0"/>
              </a:rPr>
              <a:t>CHALLENGE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22BAE4-40F9-124E-9050-17949B8F302A}"/>
              </a:ext>
            </a:extLst>
          </p:cNvPr>
          <p:cNvSpPr/>
          <p:nvPr userDrawn="1"/>
        </p:nvSpPr>
        <p:spPr bwMode="auto">
          <a:xfrm>
            <a:off x="5760337" y="4010585"/>
            <a:ext cx="6188400" cy="399600"/>
          </a:xfrm>
          <a:prstGeom prst="rect">
            <a:avLst/>
          </a:pr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20" name="Espace réservé du contenu 2">
            <a:extLst>
              <a:ext uri="{FF2B5EF4-FFF2-40B4-BE49-F238E27FC236}">
                <a16:creationId xmlns:a16="http://schemas.microsoft.com/office/drawing/2014/main" id="{405A6C37-5695-154C-B9B4-0581B585BEED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895975" y="4068724"/>
            <a:ext cx="6188400" cy="18082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fr-FR" smtClean="0">
                <a:effectLst/>
              </a:defRPr>
            </a:lvl1pPr>
            <a:lvl2pPr marL="179388" indent="-171450">
              <a:buClr>
                <a:schemeClr val="accent2"/>
              </a:buClr>
              <a:buFont typeface=".Lucida Grande UI Regular"/>
              <a:buChar char="►"/>
              <a:tabLst/>
              <a:defRPr sz="1250" b="1"/>
            </a:lvl2pPr>
            <a:lvl3pPr marL="179388" indent="0">
              <a:buNone/>
              <a:tabLst/>
              <a:defRPr sz="1250"/>
            </a:lvl3pPr>
          </a:lstStyle>
          <a:p>
            <a:r>
              <a:rPr lang="fr-FR">
                <a:effectLst/>
                <a:latin typeface="Helvetica Neue" panose="02000503000000020004" pitchFamily="2" charset="0"/>
              </a:rPr>
              <a:t>RESULTS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r>
              <a:rPr lang="fr-FR"/>
              <a:t>  </a:t>
            </a:r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0"/>
            <a:endParaRPr lang="fr-FR"/>
          </a:p>
        </p:txBody>
      </p:sp>
      <p:sp>
        <p:nvSpPr>
          <p:cNvPr id="24" name="Espace réservé du contenu 3">
            <a:extLst>
              <a:ext uri="{FF2B5EF4-FFF2-40B4-BE49-F238E27FC236}">
                <a16:creationId xmlns:a16="http://schemas.microsoft.com/office/drawing/2014/main" id="{CC2B0A6D-5C9D-B14D-80F4-80155B3018C5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95351" y="2749947"/>
            <a:ext cx="1485899" cy="9778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lang="fr-FR" sz="2000" smtClean="0">
                <a:effectLst/>
              </a:defRPr>
            </a:lvl1pPr>
            <a:lvl2pPr marL="4762" indent="0">
              <a:buFont typeface=".Lucida Grande UI Regular"/>
              <a:buNone/>
              <a:tabLst/>
              <a:defRPr sz="1100" i="1">
                <a:solidFill>
                  <a:schemeClr val="bg2"/>
                </a:solidFill>
              </a:defRPr>
            </a:lvl2pPr>
            <a:lvl3pPr marL="355600" indent="0">
              <a:buNone/>
              <a:tabLst/>
              <a:defRPr sz="1100" i="1">
                <a:solidFill>
                  <a:schemeClr val="bg2"/>
                </a:solidFill>
              </a:defRPr>
            </a:lvl3pPr>
            <a:lvl4pPr marL="355600" indent="0">
              <a:buNone/>
              <a:tabLst/>
              <a:defRPr sz="1100" i="1">
                <a:solidFill>
                  <a:schemeClr val="bg2"/>
                </a:solidFill>
              </a:defRPr>
            </a:lvl4pPr>
            <a:lvl5pPr marL="355600" indent="0">
              <a:buNone/>
              <a:tabLst/>
              <a:defRPr sz="1100" i="1">
                <a:solidFill>
                  <a:schemeClr val="bg2"/>
                </a:solidFill>
              </a:defRPr>
            </a:lvl5pPr>
          </a:lstStyle>
          <a:p>
            <a:r>
              <a:rPr lang="fr-FR">
                <a:effectLst/>
                <a:latin typeface="Helvetica Neue" panose="02000503000000020004" pitchFamily="2" charset="0"/>
              </a:rPr>
              <a:t>Click to change styles of </a:t>
            </a:r>
            <a:r>
              <a:rPr lang="fr-FR" err="1">
                <a:effectLst/>
                <a:latin typeface="Helvetica Neue" panose="02000503000000020004" pitchFamily="2" charset="0"/>
              </a:rPr>
              <a:t>mask</a:t>
            </a:r>
            <a:r>
              <a:rPr lang="fr-FR"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effectLst/>
                <a:latin typeface="Helvetica Neue" panose="02000503000000020004" pitchFamily="2" charset="0"/>
              </a:rPr>
              <a:t>text</a:t>
            </a:r>
            <a:endParaRPr lang="fr-FR">
              <a:effectLst/>
              <a:latin typeface="Helvetica Neue" panose="02000503000000020004" pitchFamily="2" charset="0"/>
            </a:endParaRPr>
          </a:p>
        </p:txBody>
      </p:sp>
      <p:sp>
        <p:nvSpPr>
          <p:cNvPr id="25" name="Espace réservé du texte 2">
            <a:extLst>
              <a:ext uri="{FF2B5EF4-FFF2-40B4-BE49-F238E27FC236}">
                <a16:creationId xmlns:a16="http://schemas.microsoft.com/office/drawing/2014/main" id="{F052DAC5-8035-4E40-9FB6-97472EC3B2F5}"/>
              </a:ext>
            </a:extLst>
          </p:cNvPr>
          <p:cNvSpPr txBox="1">
            <a:spLocks/>
          </p:cNvSpPr>
          <p:nvPr userDrawn="1"/>
        </p:nvSpPr>
        <p:spPr>
          <a:xfrm>
            <a:off x="604707" y="6159500"/>
            <a:ext cx="4500563" cy="457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700" b="0" i="0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CHANGE STYLES OF MASK TEXT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591556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VA-BENEF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Espace réservé pour une image  2">
            <a:extLst>
              <a:ext uri="{FF2B5EF4-FFF2-40B4-BE49-F238E27FC236}">
                <a16:creationId xmlns:a16="http://schemas.microsoft.com/office/drawing/2014/main" id="{F0AE66D9-1C4C-7445-9F76-2FD653A51A3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95324" y="1433512"/>
            <a:ext cx="5049493" cy="45878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err="1"/>
              <a:t>picture</a:t>
            </a:r>
            <a:endParaRPr lang="fr-FR"/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86501B93-2055-A84A-9EF1-07A066612D5B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5979009" y="1391439"/>
            <a:ext cx="6188400" cy="158097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spcAft>
                <a:spcPts val="900"/>
              </a:spcAft>
              <a:buNone/>
              <a:defRPr lang="fr-FR" smtClean="0">
                <a:effectLst/>
              </a:defRPr>
            </a:lvl1pPr>
            <a:lvl2pPr marL="179388" indent="-169863">
              <a:buSzPct val="80000"/>
              <a:buFont typeface=".Lucida Grande UI Regular"/>
              <a:buChar char="►"/>
              <a:tabLst/>
              <a:defRPr sz="1600" b="1"/>
            </a:lvl2pPr>
            <a:lvl3pPr marL="179388" indent="-169863">
              <a:buSzPct val="80000"/>
              <a:buFont typeface=".Lucida Grande UI Regular"/>
              <a:buChar char="►"/>
              <a:tabLst/>
              <a:defRPr sz="1600"/>
            </a:lvl3pPr>
          </a:lstStyle>
          <a:p>
            <a:r>
              <a:rPr lang="fr-FR">
                <a:effectLst/>
                <a:latin typeface="Helvetica Neue" panose="02000503000000020004" pitchFamily="2" charset="0"/>
              </a:rPr>
              <a:t>Click to </a:t>
            </a:r>
            <a:r>
              <a:rPr lang="fr-FR" err="1">
                <a:effectLst/>
                <a:latin typeface="Helvetica Neue" panose="02000503000000020004" pitchFamily="2" charset="0"/>
              </a:rPr>
              <a:t>write</a:t>
            </a:r>
            <a:r>
              <a:rPr lang="fr-FR"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effectLst/>
                <a:latin typeface="Helvetica Neue" panose="02000503000000020004" pitchFamily="2" charset="0"/>
              </a:rPr>
              <a:t>some</a:t>
            </a:r>
            <a:r>
              <a:rPr lang="fr-FR"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effectLst/>
                <a:latin typeface="Helvetica Neue" panose="02000503000000020004" pitchFamily="2" charset="0"/>
              </a:rPr>
              <a:t>text</a:t>
            </a:r>
            <a:endParaRPr lang="fr-FR">
              <a:effectLst/>
              <a:latin typeface="Helvetica Neue" panose="02000503000000020004" pitchFamily="2" charset="0"/>
            </a:endParaRPr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BD3E88A2-E9CD-4B44-9F78-4E2E5FDFC1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470" y="362998"/>
            <a:ext cx="8507669" cy="560388"/>
          </a:xfrm>
        </p:spPr>
        <p:txBody>
          <a:bodyPr>
            <a:noAutofit/>
          </a:bodyPr>
          <a:lstStyle>
            <a:lvl1pPr marL="0" indent="0">
              <a:buNone/>
              <a:defRPr lang="fr-FR" smtClean="0">
                <a:effectLst/>
              </a:defRPr>
            </a:lvl1pPr>
            <a:lvl2pPr marL="457200" indent="0">
              <a:buNone/>
              <a:defRPr sz="11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r>
              <a:rPr lang="fr-FR">
                <a:effectLst/>
                <a:latin typeface="Helvetica Neue" panose="02000503000000020004" pitchFamily="2" charset="0"/>
              </a:rPr>
              <a:t>TITLE OF THE CHAPTER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11" name="Espace réservé du contenu 3">
            <a:extLst>
              <a:ext uri="{FF2B5EF4-FFF2-40B4-BE49-F238E27FC236}">
                <a16:creationId xmlns:a16="http://schemas.microsoft.com/office/drawing/2014/main" id="{F7B6A880-32A5-004C-857A-2AD77204232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96469" y="873125"/>
            <a:ext cx="11331371" cy="4790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fr-FR" smtClean="0">
                <a:effectLst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.Lucida Grande UI Regular"/>
              <a:buNone/>
              <a:tabLst/>
              <a:defRPr sz="2000" b="1">
                <a:solidFill>
                  <a:schemeClr val="accent2"/>
                </a:solidFill>
              </a:defRPr>
            </a:lvl2pPr>
            <a:lvl3pPr marL="914400" indent="-558800">
              <a:buNone/>
              <a:tabLst/>
              <a:defRPr/>
            </a:lvl3pPr>
            <a:lvl4pPr marL="1828800" indent="-1473200">
              <a:buNone/>
              <a:tabLst/>
              <a:defRPr/>
            </a:lvl4pPr>
            <a:lvl5pPr marL="1828800" indent="-1473200">
              <a:buNone/>
              <a:tabLst/>
              <a:defRPr/>
            </a:lvl5pPr>
          </a:lstStyle>
          <a:p>
            <a:r>
              <a:rPr lang="fr-FR" err="1">
                <a:effectLst/>
                <a:latin typeface="Helvetica Neue" panose="02000503000000020004" pitchFamily="2" charset="0"/>
              </a:rPr>
              <a:t>Title</a:t>
            </a:r>
            <a:r>
              <a:rPr lang="fr-FR">
                <a:effectLst/>
                <a:latin typeface="Helvetica Neue" panose="02000503000000020004" pitchFamily="2" charset="0"/>
              </a:rPr>
              <a:t> of the page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22BAE4-40F9-124E-9050-17949B8F302A}"/>
              </a:ext>
            </a:extLst>
          </p:cNvPr>
          <p:cNvSpPr/>
          <p:nvPr userDrawn="1"/>
        </p:nvSpPr>
        <p:spPr bwMode="auto">
          <a:xfrm>
            <a:off x="6096000" y="4469427"/>
            <a:ext cx="5832475" cy="369332"/>
          </a:xfrm>
          <a:prstGeom prst="rect">
            <a:avLst/>
          </a:pr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20" name="Espace réservé du contenu 2">
            <a:extLst>
              <a:ext uri="{FF2B5EF4-FFF2-40B4-BE49-F238E27FC236}">
                <a16:creationId xmlns:a16="http://schemas.microsoft.com/office/drawing/2014/main" id="{405A6C37-5695-154C-B9B4-0581B585BEED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096000" y="4502165"/>
            <a:ext cx="5832475" cy="33274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lang="fr-FR" smtClean="0">
                <a:effectLst/>
              </a:defRPr>
            </a:lvl1pPr>
            <a:lvl2pPr marL="179388" indent="-171450">
              <a:buClr>
                <a:schemeClr val="accent2"/>
              </a:buClr>
              <a:buFont typeface=".Lucida Grande UI Regular"/>
              <a:buChar char="►"/>
              <a:tabLst/>
              <a:defRPr sz="1250" b="1"/>
            </a:lvl2pPr>
            <a:lvl3pPr marL="179388" indent="0">
              <a:buNone/>
              <a:tabLst/>
              <a:defRPr sz="1250"/>
            </a:lvl3pPr>
          </a:lstStyle>
          <a:p>
            <a:r>
              <a:rPr lang="fr-FR">
                <a:effectLst/>
                <a:latin typeface="Helvetica Neue" panose="02000503000000020004" pitchFamily="2" charset="0"/>
              </a:rPr>
              <a:t>CEVA </a:t>
            </a:r>
            <a:r>
              <a:rPr lang="fr-FR" err="1">
                <a:effectLst/>
                <a:latin typeface="Helvetica Neue" panose="02000503000000020004" pitchFamily="2" charset="0"/>
              </a:rPr>
              <a:t>benefits</a:t>
            </a:r>
            <a:endParaRPr lang="fr-FR">
              <a:effectLst/>
              <a:latin typeface="Helvetica Neue" panose="02000503000000020004" pitchFamily="2" charset="0"/>
            </a:endParaRPr>
          </a:p>
        </p:txBody>
      </p:sp>
      <p:sp>
        <p:nvSpPr>
          <p:cNvPr id="34" name="Espace réservé du contenu 2">
            <a:extLst>
              <a:ext uri="{FF2B5EF4-FFF2-40B4-BE49-F238E27FC236}">
                <a16:creationId xmlns:a16="http://schemas.microsoft.com/office/drawing/2014/main" id="{8298B245-B9A8-3343-8D65-DA66877DC9A0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5979009" y="4905375"/>
            <a:ext cx="5949466" cy="1580979"/>
          </a:xfrm>
          <a:prstGeom prst="rect">
            <a:avLst/>
          </a:prstGeom>
        </p:spPr>
        <p:txBody>
          <a:bodyPr numCol="2">
            <a:normAutofit/>
          </a:bodyPr>
          <a:lstStyle>
            <a:lvl1pPr marL="185738" indent="-176213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Font typeface=".Lucida Grande UI Regular"/>
              <a:buChar char="►"/>
              <a:tabLst/>
              <a:defRPr lang="fr-FR" smtClean="0">
                <a:effectLst/>
              </a:defRPr>
            </a:lvl1pPr>
            <a:lvl2pPr marL="185738" indent="-176213">
              <a:buClr>
                <a:schemeClr val="accent2"/>
              </a:buClr>
              <a:buSzPct val="100000"/>
              <a:buFont typeface=".Lucida Grande UI Regular"/>
              <a:buChar char="►"/>
              <a:tabLst/>
              <a:defRPr sz="1400" b="0"/>
            </a:lvl2pPr>
            <a:lvl3pPr marL="179388" indent="-169863">
              <a:buSzPct val="80000"/>
              <a:buFont typeface=".Lucida Grande UI Regular"/>
              <a:buChar char="►"/>
              <a:tabLst/>
              <a:defRPr sz="1400"/>
            </a:lvl3pPr>
          </a:lstStyle>
          <a:p>
            <a:r>
              <a:rPr lang="fr-FR">
                <a:effectLst/>
                <a:latin typeface="Helvetica Neue" panose="02000503000000020004" pitchFamily="2" charset="0"/>
              </a:rPr>
              <a:t>Click to change styles of </a:t>
            </a:r>
            <a:r>
              <a:rPr lang="fr-FR" err="1">
                <a:effectLst/>
                <a:latin typeface="Helvetica Neue" panose="02000503000000020004" pitchFamily="2" charset="0"/>
              </a:rPr>
              <a:t>mask</a:t>
            </a:r>
            <a:r>
              <a:rPr lang="fr-FR"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effectLst/>
                <a:latin typeface="Helvetica Neue" panose="02000503000000020004" pitchFamily="2" charset="0"/>
              </a:rPr>
              <a:t>text</a:t>
            </a:r>
            <a:endParaRPr lang="fr-FR">
              <a:effectLst/>
              <a:latin typeface="Helvetica Neue" panose="02000503000000020004" pitchFamily="2" charset="0"/>
            </a:endParaRP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0"/>
            <a:endParaRPr lang="fr-FR"/>
          </a:p>
        </p:txBody>
      </p:sp>
      <p:sp>
        <p:nvSpPr>
          <p:cNvPr id="35" name="Espace réservé du contenu 2">
            <a:extLst>
              <a:ext uri="{FF2B5EF4-FFF2-40B4-BE49-F238E27FC236}">
                <a16:creationId xmlns:a16="http://schemas.microsoft.com/office/drawing/2014/main" id="{A68BA2AF-CB4F-6A4A-9F99-ABF24B7C04B1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5979009" y="2039255"/>
            <a:ext cx="5949466" cy="2363556"/>
          </a:xfrm>
          <a:prstGeom prst="rect">
            <a:avLst/>
          </a:prstGeom>
        </p:spPr>
        <p:txBody>
          <a:bodyPr numCol="2">
            <a:normAutofit/>
          </a:bodyPr>
          <a:lstStyle>
            <a:lvl1pPr marL="185738" indent="-176213">
              <a:spcBef>
                <a:spcPts val="5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.Lucida Grande UI Regular"/>
              <a:buChar char="►"/>
              <a:tabLst/>
              <a:defRPr lang="fr-FR" smtClean="0">
                <a:effectLst/>
              </a:defRPr>
            </a:lvl1pPr>
            <a:lvl2pPr marL="185738" indent="-176213">
              <a:buClr>
                <a:schemeClr val="tx1"/>
              </a:buClr>
              <a:buSzPct val="80000"/>
              <a:buFont typeface=".Lucida Grande UI Regular"/>
              <a:buChar char="►"/>
              <a:tabLst/>
              <a:defRPr sz="1600" b="0"/>
            </a:lvl2pPr>
            <a:lvl3pPr marL="179388" indent="-169863">
              <a:buSzPct val="80000"/>
              <a:buFont typeface=".Lucida Grande UI Regular"/>
              <a:buChar char="►"/>
              <a:tabLst/>
              <a:defRPr sz="1400"/>
            </a:lvl3pPr>
          </a:lstStyle>
          <a:p>
            <a:r>
              <a:rPr lang="fr-FR">
                <a:effectLst/>
                <a:latin typeface="Helvetica Neue" panose="02000503000000020004" pitchFamily="2" charset="0"/>
              </a:rPr>
              <a:t>Click to </a:t>
            </a:r>
            <a:r>
              <a:rPr lang="fr-FR" err="1">
                <a:effectLst/>
                <a:latin typeface="Helvetica Neue" panose="02000503000000020004" pitchFamily="2" charset="0"/>
              </a:rPr>
              <a:t>write</a:t>
            </a:r>
            <a:r>
              <a:rPr lang="fr-FR"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effectLst/>
                <a:latin typeface="Helvetica Neue" panose="02000503000000020004" pitchFamily="2" charset="0"/>
              </a:rPr>
              <a:t>some</a:t>
            </a:r>
            <a:r>
              <a:rPr lang="fr-FR">
                <a:effectLst/>
                <a:latin typeface="Helvetica Neue" panose="02000503000000020004" pitchFamily="2" charset="0"/>
              </a:rPr>
              <a:t> </a:t>
            </a:r>
            <a:r>
              <a:rPr lang="fr-FR" err="1">
                <a:effectLst/>
                <a:latin typeface="Helvetica Neue" panose="02000503000000020004" pitchFamily="2" charset="0"/>
              </a:rPr>
              <a:t>text</a:t>
            </a:r>
            <a:endParaRPr lang="fr-FR">
              <a:effectLst/>
              <a:latin typeface="Helvetica Neue" panose="02000503000000020004" pitchFamily="2" charset="0"/>
            </a:endParaRP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0"/>
            <a:endParaRPr lang="fr-FR"/>
          </a:p>
        </p:txBody>
      </p:sp>
      <p:sp>
        <p:nvSpPr>
          <p:cNvPr id="37" name="Espace réservé du texte 2">
            <a:extLst>
              <a:ext uri="{FF2B5EF4-FFF2-40B4-BE49-F238E27FC236}">
                <a16:creationId xmlns:a16="http://schemas.microsoft.com/office/drawing/2014/main" id="{79564850-2D77-3A4F-8A06-DCFF2B2C3349}"/>
              </a:ext>
            </a:extLst>
          </p:cNvPr>
          <p:cNvSpPr txBox="1">
            <a:spLocks/>
          </p:cNvSpPr>
          <p:nvPr userDrawn="1"/>
        </p:nvSpPr>
        <p:spPr>
          <a:xfrm>
            <a:off x="604707" y="6159500"/>
            <a:ext cx="4500563" cy="457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700" b="0" i="0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CHANGE STYLES OF MASK TEXT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20720459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VA-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4D1D703-690F-794F-A12A-3CB2118001BB}"/>
              </a:ext>
            </a:extLst>
          </p:cNvPr>
          <p:cNvSpPr/>
          <p:nvPr userDrawn="1"/>
        </p:nvSpPr>
        <p:spPr>
          <a:xfrm>
            <a:off x="6480422" y="1597234"/>
            <a:ext cx="5448053" cy="3846128"/>
          </a:xfrm>
          <a:prstGeom prst="rect">
            <a:avLst/>
          </a:prstGeom>
          <a:solidFill>
            <a:schemeClr val="tx2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5EE61E-B64F-0D4A-A7BE-0FC43D08E4E9}"/>
              </a:ext>
            </a:extLst>
          </p:cNvPr>
          <p:cNvSpPr/>
          <p:nvPr userDrawn="1"/>
        </p:nvSpPr>
        <p:spPr>
          <a:xfrm>
            <a:off x="688619" y="2060708"/>
            <a:ext cx="11233155" cy="167015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20F69C1-169A-904A-8CCE-76B9021FE3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470" y="873125"/>
            <a:ext cx="10658474" cy="817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fr-FR" err="1"/>
              <a:t>Title</a:t>
            </a:r>
            <a:endParaRPr lang="fr-FR"/>
          </a:p>
        </p:txBody>
      </p:sp>
      <p:sp>
        <p:nvSpPr>
          <p:cNvPr id="5" name="Espace réservé du texte 6">
            <a:extLst>
              <a:ext uri="{FF2B5EF4-FFF2-40B4-BE49-F238E27FC236}">
                <a16:creationId xmlns:a16="http://schemas.microsoft.com/office/drawing/2014/main" id="{77BB9805-6303-FF4D-9B59-6CE1F301AC0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6470" y="362998"/>
            <a:ext cx="8507669" cy="560388"/>
          </a:xfrm>
        </p:spPr>
        <p:txBody>
          <a:bodyPr>
            <a:noAutofit/>
          </a:bodyPr>
          <a:lstStyle>
            <a:lvl1pPr marL="0" indent="0">
              <a:buNone/>
              <a:defRPr lang="fr-FR" smtClean="0">
                <a:effectLst/>
              </a:defRPr>
            </a:lvl1pPr>
            <a:lvl2pPr marL="457200" indent="0">
              <a:buNone/>
              <a:defRPr sz="12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r>
              <a:rPr lang="fr-FR">
                <a:effectLst/>
                <a:latin typeface="Helvetica Neue" panose="02000503000000020004" pitchFamily="2" charset="0"/>
              </a:rPr>
              <a:t>TITLE OF THE CHAPTER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1DED09-898F-094A-900E-79B44FBD3C39}"/>
              </a:ext>
            </a:extLst>
          </p:cNvPr>
          <p:cNvSpPr/>
          <p:nvPr userDrawn="1"/>
        </p:nvSpPr>
        <p:spPr>
          <a:xfrm>
            <a:off x="695323" y="2043908"/>
            <a:ext cx="2548799" cy="3399454"/>
          </a:xfrm>
          <a:prstGeom prst="rect">
            <a:avLst/>
          </a:prstGeom>
          <a:noFill/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F1BAAC-C578-0346-AA8B-35F7B369FE1F}"/>
              </a:ext>
            </a:extLst>
          </p:cNvPr>
          <p:cNvSpPr/>
          <p:nvPr/>
        </p:nvSpPr>
        <p:spPr>
          <a:xfrm>
            <a:off x="3587873" y="2043908"/>
            <a:ext cx="2548799" cy="3399454"/>
          </a:xfrm>
          <a:prstGeom prst="rect">
            <a:avLst/>
          </a:prstGeom>
          <a:noFill/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98DA87A-262B-CF49-A4F8-0B80A1815535}"/>
              </a:ext>
            </a:extLst>
          </p:cNvPr>
          <p:cNvSpPr/>
          <p:nvPr/>
        </p:nvSpPr>
        <p:spPr>
          <a:xfrm>
            <a:off x="9372974" y="2043908"/>
            <a:ext cx="2548799" cy="3399454"/>
          </a:xfrm>
          <a:prstGeom prst="rect">
            <a:avLst/>
          </a:prstGeom>
          <a:noFill/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0234407-1FF6-9146-AB78-7B84FDC12708}"/>
              </a:ext>
            </a:extLst>
          </p:cNvPr>
          <p:cNvSpPr/>
          <p:nvPr/>
        </p:nvSpPr>
        <p:spPr>
          <a:xfrm>
            <a:off x="6480422" y="2043908"/>
            <a:ext cx="2548799" cy="3399454"/>
          </a:xfrm>
          <a:prstGeom prst="rect">
            <a:avLst/>
          </a:prstGeom>
          <a:noFill/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1"/>
              </a:solidFill>
            </a:endParaRPr>
          </a:p>
        </p:txBody>
      </p:sp>
      <p:sp>
        <p:nvSpPr>
          <p:cNvPr id="31" name="Espace réservé du contenu 2">
            <a:extLst>
              <a:ext uri="{FF2B5EF4-FFF2-40B4-BE49-F238E27FC236}">
                <a16:creationId xmlns:a16="http://schemas.microsoft.com/office/drawing/2014/main" id="{5DCD6A9F-E00D-5D40-9D37-7066167820BA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3572706" y="3912023"/>
            <a:ext cx="2523294" cy="1580979"/>
          </a:xfrm>
          <a:prstGeom prst="rect">
            <a:avLst/>
          </a:prstGeom>
        </p:spPr>
        <p:txBody>
          <a:bodyPr numCol="1">
            <a:normAutofit/>
          </a:bodyPr>
          <a:lstStyle>
            <a:lvl1pPr marL="185738" indent="-176213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Font typeface=".Lucida Grande UI Regular"/>
              <a:buChar char="►"/>
              <a:tabLst/>
              <a:defRPr sz="1200" b="1"/>
            </a:lvl1pPr>
            <a:lvl2pPr marL="185738" indent="-176213">
              <a:buClr>
                <a:schemeClr val="accent2"/>
              </a:buClr>
              <a:buSzPct val="100000"/>
              <a:buFont typeface=".Lucida Grande UI Regular"/>
              <a:buChar char="►"/>
              <a:tabLst/>
              <a:defRPr sz="1200" b="0"/>
            </a:lvl2pPr>
            <a:lvl3pPr marL="179388" indent="-169863">
              <a:buSzPct val="80000"/>
              <a:buFont typeface=".Lucida Grande UI Regular"/>
              <a:buChar char="►"/>
              <a:tabLst/>
              <a:defRPr sz="1400"/>
            </a:lvl3pPr>
          </a:lstStyle>
          <a:p>
            <a:pPr lvl="0"/>
            <a:r>
              <a:rPr lang="fr-FR"/>
              <a:t>First </a:t>
            </a:r>
            <a:r>
              <a:rPr lang="fr-FR" err="1"/>
              <a:t>level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0"/>
            <a:endParaRPr lang="fr-FR"/>
          </a:p>
        </p:txBody>
      </p:sp>
      <p:sp>
        <p:nvSpPr>
          <p:cNvPr id="32" name="Espace réservé pour une image  2">
            <a:extLst>
              <a:ext uri="{FF2B5EF4-FFF2-40B4-BE49-F238E27FC236}">
                <a16:creationId xmlns:a16="http://schemas.microsoft.com/office/drawing/2014/main" id="{16AF30AF-7C33-194B-9A9B-DD553E34AE5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88620" y="2060708"/>
            <a:ext cx="1188000" cy="1674000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fr-FR" err="1"/>
              <a:t>picture</a:t>
            </a:r>
            <a:endParaRPr lang="fr-FR"/>
          </a:p>
        </p:txBody>
      </p:sp>
      <p:sp>
        <p:nvSpPr>
          <p:cNvPr id="35" name="Espace réservé du texte 9">
            <a:extLst>
              <a:ext uri="{FF2B5EF4-FFF2-40B4-BE49-F238E27FC236}">
                <a16:creationId xmlns:a16="http://schemas.microsoft.com/office/drawing/2014/main" id="{8943B211-DA6B-E241-A527-83D6B1F8439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76620" y="2068782"/>
            <a:ext cx="1704550" cy="1662079"/>
          </a:xfrm>
          <a:noFill/>
        </p:spPr>
        <p:txBody>
          <a:bodyPr anchor="ctr">
            <a:noAutofit/>
          </a:bodyPr>
          <a:lstStyle>
            <a:lvl1pPr marL="0" indent="0" algn="l">
              <a:buNone/>
              <a:defRPr lang="fr-FR" smtClean="0">
                <a:effectLst/>
              </a:defRPr>
            </a:lvl1pPr>
            <a:lvl2pPr>
              <a:defRPr sz="1400" b="1"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 sz="1400" b="1"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 sz="1400" b="1"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 sz="1400" b="1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r>
              <a:rPr lang="fr-FR">
                <a:effectLst/>
                <a:latin typeface="Helvetica Neue" panose="02000503000000020004" pitchFamily="2" charset="0"/>
              </a:rPr>
              <a:t>Name </a:t>
            </a:r>
          </a:p>
        </p:txBody>
      </p:sp>
      <p:sp>
        <p:nvSpPr>
          <p:cNvPr id="36" name="Espace réservé pour une image  2">
            <a:extLst>
              <a:ext uri="{FF2B5EF4-FFF2-40B4-BE49-F238E27FC236}">
                <a16:creationId xmlns:a16="http://schemas.microsoft.com/office/drawing/2014/main" id="{D9B3700D-6018-A343-B9FC-2484EC8D5C6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584220" y="2060708"/>
            <a:ext cx="1188000" cy="1674000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fr-FR" err="1"/>
              <a:t>picture</a:t>
            </a:r>
            <a:endParaRPr lang="fr-FR"/>
          </a:p>
        </p:txBody>
      </p:sp>
      <p:sp>
        <p:nvSpPr>
          <p:cNvPr id="37" name="Espace réservé du texte 9">
            <a:extLst>
              <a:ext uri="{FF2B5EF4-FFF2-40B4-BE49-F238E27FC236}">
                <a16:creationId xmlns:a16="http://schemas.microsoft.com/office/drawing/2014/main" id="{6A14D2A2-011A-7040-A7DA-56612D089C4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78923" y="2068782"/>
            <a:ext cx="1697847" cy="1662079"/>
          </a:xfrm>
          <a:noFill/>
        </p:spPr>
        <p:txBody>
          <a:bodyPr anchor="ctr">
            <a:noAutofit/>
          </a:bodyPr>
          <a:lstStyle>
            <a:lvl1pPr marL="0" indent="0" algn="l">
              <a:buNone/>
              <a:defRPr lang="fr-FR" smtClean="0">
                <a:effectLst/>
              </a:defRPr>
            </a:lvl1pPr>
            <a:lvl2pPr>
              <a:defRPr sz="1400" b="1"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 sz="1400" b="1"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 sz="1400" b="1"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 sz="1400" b="1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r>
              <a:rPr lang="fr-FR">
                <a:effectLst/>
                <a:latin typeface="Helvetica Neue" panose="02000503000000020004" pitchFamily="2" charset="0"/>
              </a:rPr>
              <a:t>Name</a:t>
            </a:r>
          </a:p>
        </p:txBody>
      </p:sp>
      <p:sp>
        <p:nvSpPr>
          <p:cNvPr id="40" name="Espace réservé pour une image  2">
            <a:extLst>
              <a:ext uri="{FF2B5EF4-FFF2-40B4-BE49-F238E27FC236}">
                <a16:creationId xmlns:a16="http://schemas.microsoft.com/office/drawing/2014/main" id="{52B975A1-B3AC-0246-8B33-FB9D1D283B8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479820" y="2060708"/>
            <a:ext cx="1188000" cy="1674000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fr-FR" err="1"/>
              <a:t>picture</a:t>
            </a:r>
            <a:endParaRPr lang="fr-FR"/>
          </a:p>
        </p:txBody>
      </p:sp>
      <p:sp>
        <p:nvSpPr>
          <p:cNvPr id="41" name="Espace réservé du texte 9">
            <a:extLst>
              <a:ext uri="{FF2B5EF4-FFF2-40B4-BE49-F238E27FC236}">
                <a16:creationId xmlns:a16="http://schemas.microsoft.com/office/drawing/2014/main" id="{D07DBF97-6456-4044-A979-CA3DCE316CD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674523" y="2068782"/>
            <a:ext cx="1697847" cy="1662079"/>
          </a:xfrm>
          <a:noFill/>
        </p:spPr>
        <p:txBody>
          <a:bodyPr anchor="ctr">
            <a:noAutofit/>
          </a:bodyPr>
          <a:lstStyle>
            <a:lvl1pPr marL="0" indent="0" algn="l">
              <a:buNone/>
              <a:defRPr lang="fr-FR" smtClean="0">
                <a:effectLst/>
              </a:defRPr>
            </a:lvl1pPr>
            <a:lvl2pPr>
              <a:defRPr sz="1400" b="1"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 sz="1400" b="1"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 sz="1400" b="1"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 sz="1400" b="1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r>
              <a:rPr lang="fr-FR">
                <a:effectLst/>
                <a:latin typeface="Helvetica Neue" panose="02000503000000020004" pitchFamily="2" charset="0"/>
              </a:rPr>
              <a:t>Name</a:t>
            </a:r>
          </a:p>
        </p:txBody>
      </p:sp>
      <p:sp>
        <p:nvSpPr>
          <p:cNvPr id="44" name="Espace réservé pour une image  2">
            <a:extLst>
              <a:ext uri="{FF2B5EF4-FFF2-40B4-BE49-F238E27FC236}">
                <a16:creationId xmlns:a16="http://schemas.microsoft.com/office/drawing/2014/main" id="{FC1C455C-B2D6-3F4E-BD36-834DF3A38EFA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375420" y="2060708"/>
            <a:ext cx="1188000" cy="1674000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fr-FR" err="1"/>
              <a:t>picture</a:t>
            </a:r>
            <a:endParaRPr lang="fr-FR"/>
          </a:p>
        </p:txBody>
      </p:sp>
      <p:sp>
        <p:nvSpPr>
          <p:cNvPr id="45" name="Espace réservé du texte 9">
            <a:extLst>
              <a:ext uri="{FF2B5EF4-FFF2-40B4-BE49-F238E27FC236}">
                <a16:creationId xmlns:a16="http://schemas.microsoft.com/office/drawing/2014/main" id="{C7E9147F-D4BA-FD4C-B158-41C4E25EA5E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570123" y="2068782"/>
            <a:ext cx="1365055" cy="1662079"/>
          </a:xfrm>
          <a:noFill/>
        </p:spPr>
        <p:txBody>
          <a:bodyPr anchor="ctr">
            <a:noAutofit/>
          </a:bodyPr>
          <a:lstStyle>
            <a:lvl1pPr marL="0" indent="0" algn="l">
              <a:buNone/>
              <a:defRPr lang="fr-FR" smtClean="0">
                <a:effectLst/>
              </a:defRPr>
            </a:lvl1pPr>
            <a:lvl2pPr>
              <a:defRPr sz="1400" b="1"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 sz="1400" b="1"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 sz="1400" b="1"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 sz="1400" b="1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r>
              <a:rPr lang="fr-FR">
                <a:effectLst/>
                <a:latin typeface="Helvetica Neue" panose="02000503000000020004" pitchFamily="2" charset="0"/>
              </a:rPr>
              <a:t>Name</a:t>
            </a:r>
          </a:p>
        </p:txBody>
      </p:sp>
      <p:sp>
        <p:nvSpPr>
          <p:cNvPr id="47" name="Espace réservé du contenu 2">
            <a:extLst>
              <a:ext uri="{FF2B5EF4-FFF2-40B4-BE49-F238E27FC236}">
                <a16:creationId xmlns:a16="http://schemas.microsoft.com/office/drawing/2014/main" id="{BBAF3C05-AA30-4748-A47A-F3C854C480F1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690226" y="3912023"/>
            <a:ext cx="2523294" cy="1580979"/>
          </a:xfrm>
          <a:prstGeom prst="rect">
            <a:avLst/>
          </a:prstGeom>
        </p:spPr>
        <p:txBody>
          <a:bodyPr numCol="1">
            <a:normAutofit/>
          </a:bodyPr>
          <a:lstStyle>
            <a:lvl1pPr marL="185738" indent="-176213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Font typeface=".Lucida Grande UI Regular"/>
              <a:buChar char="►"/>
              <a:tabLst/>
              <a:defRPr lang="fr-FR" smtClean="0">
                <a:effectLst/>
              </a:defRPr>
            </a:lvl1pPr>
            <a:lvl2pPr marL="185738" indent="-176213">
              <a:buClr>
                <a:schemeClr val="accent2"/>
              </a:buClr>
              <a:buSzPct val="100000"/>
              <a:buFont typeface=".Lucida Grande UI Regular"/>
              <a:buChar char="►"/>
              <a:tabLst/>
              <a:defRPr sz="1200" b="0"/>
            </a:lvl2pPr>
            <a:lvl3pPr marL="179388" indent="-169863">
              <a:buSzPct val="80000"/>
              <a:buFont typeface=".Lucida Grande UI Regular"/>
              <a:buChar char="►"/>
              <a:tabLst/>
              <a:defRPr sz="1400"/>
            </a:lvl3pPr>
          </a:lstStyle>
          <a:p>
            <a:pPr lvl="0"/>
            <a:r>
              <a:rPr lang="fr-FR"/>
              <a:t>First </a:t>
            </a:r>
            <a:r>
              <a:rPr lang="fr-FR" err="1"/>
              <a:t>level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0"/>
            <a:endParaRPr lang="fr-FR"/>
          </a:p>
        </p:txBody>
      </p:sp>
      <p:sp>
        <p:nvSpPr>
          <p:cNvPr id="48" name="Espace réservé du contenu 2">
            <a:extLst>
              <a:ext uri="{FF2B5EF4-FFF2-40B4-BE49-F238E27FC236}">
                <a16:creationId xmlns:a16="http://schemas.microsoft.com/office/drawing/2014/main" id="{82AC56C9-9CDE-014B-B6A0-4665CD4E0B9A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485464" y="3912023"/>
            <a:ext cx="2523294" cy="1580979"/>
          </a:xfrm>
          <a:prstGeom prst="rect">
            <a:avLst/>
          </a:prstGeom>
        </p:spPr>
        <p:txBody>
          <a:bodyPr numCol="1">
            <a:normAutofit/>
          </a:bodyPr>
          <a:lstStyle>
            <a:lvl1pPr marL="185738" indent="-176213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Font typeface=".Lucida Grande UI Regular"/>
              <a:buChar char="►"/>
              <a:tabLst/>
              <a:defRPr sz="1200" b="1"/>
            </a:lvl1pPr>
            <a:lvl2pPr marL="185738" indent="-176213">
              <a:buClr>
                <a:schemeClr val="accent2"/>
              </a:buClr>
              <a:buSzPct val="100000"/>
              <a:buFont typeface=".Lucida Grande UI Regular"/>
              <a:buChar char="►"/>
              <a:tabLst/>
              <a:defRPr sz="1200" b="0"/>
            </a:lvl2pPr>
            <a:lvl3pPr marL="179388" indent="-169863">
              <a:buSzPct val="80000"/>
              <a:buFont typeface=".Lucida Grande UI Regular"/>
              <a:buChar char="►"/>
              <a:tabLst/>
              <a:defRPr sz="1400"/>
            </a:lvl3pPr>
          </a:lstStyle>
          <a:p>
            <a:pPr lvl="0"/>
            <a:r>
              <a:rPr lang="fr-FR"/>
              <a:t>First </a:t>
            </a:r>
            <a:r>
              <a:rPr lang="fr-FR" err="1"/>
              <a:t>level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0"/>
            <a:endParaRPr lang="fr-FR"/>
          </a:p>
        </p:txBody>
      </p:sp>
      <p:sp>
        <p:nvSpPr>
          <p:cNvPr id="49" name="Espace réservé du contenu 2">
            <a:extLst>
              <a:ext uri="{FF2B5EF4-FFF2-40B4-BE49-F238E27FC236}">
                <a16:creationId xmlns:a16="http://schemas.microsoft.com/office/drawing/2014/main" id="{C0E09E2F-DCEB-B040-B3B6-B83DA55E07F0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9373999" y="3912023"/>
            <a:ext cx="2523294" cy="1580979"/>
          </a:xfrm>
          <a:prstGeom prst="rect">
            <a:avLst/>
          </a:prstGeom>
        </p:spPr>
        <p:txBody>
          <a:bodyPr numCol="1">
            <a:normAutofit/>
          </a:bodyPr>
          <a:lstStyle>
            <a:lvl1pPr marL="185738" indent="-176213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Font typeface=".Lucida Grande UI Regular"/>
              <a:buChar char="►"/>
              <a:tabLst/>
              <a:defRPr sz="1200" b="1"/>
            </a:lvl1pPr>
            <a:lvl2pPr marL="185738" indent="-176213">
              <a:buClr>
                <a:schemeClr val="accent2"/>
              </a:buClr>
              <a:buSzPct val="100000"/>
              <a:buFont typeface=".Lucida Grande UI Regular"/>
              <a:buChar char="►"/>
              <a:tabLst/>
              <a:defRPr sz="1200" b="0"/>
            </a:lvl2pPr>
            <a:lvl3pPr marL="179388" indent="-169863">
              <a:buSzPct val="80000"/>
              <a:buFont typeface=".Lucida Grande UI Regular"/>
              <a:buChar char="►"/>
              <a:tabLst/>
              <a:defRPr sz="1400"/>
            </a:lvl3pPr>
          </a:lstStyle>
          <a:p>
            <a:pPr lvl="0"/>
            <a:r>
              <a:rPr lang="fr-FR"/>
              <a:t>First </a:t>
            </a:r>
            <a:r>
              <a:rPr lang="fr-FR" err="1"/>
              <a:t>level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0"/>
            <a:endParaRPr lang="fr-FR"/>
          </a:p>
        </p:txBody>
      </p:sp>
      <p:sp>
        <p:nvSpPr>
          <p:cNvPr id="50" name="Espace réservé du texte 9">
            <a:extLst>
              <a:ext uri="{FF2B5EF4-FFF2-40B4-BE49-F238E27FC236}">
                <a16:creationId xmlns:a16="http://schemas.microsoft.com/office/drawing/2014/main" id="{A171DDEE-B571-154C-95EE-87504ECA548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86105" y="1666026"/>
            <a:ext cx="5442370" cy="330061"/>
          </a:xfrm>
          <a:noFill/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accent2"/>
                </a:solidFill>
              </a:defRPr>
            </a:lvl1pPr>
            <a:lvl2pPr>
              <a:defRPr sz="1400" b="1">
                <a:solidFill>
                  <a:schemeClr val="tx2">
                    <a:lumMod val="75000"/>
                  </a:schemeClr>
                </a:solidFill>
              </a:defRPr>
            </a:lvl2pPr>
            <a:lvl3pPr>
              <a:defRPr sz="1400" b="1">
                <a:solidFill>
                  <a:schemeClr val="tx2">
                    <a:lumMod val="75000"/>
                  </a:schemeClr>
                </a:solidFill>
              </a:defRPr>
            </a:lvl3pPr>
            <a:lvl4pPr>
              <a:defRPr sz="1400" b="1"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 sz="1400" b="1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fr-FR" err="1"/>
              <a:t>Text</a:t>
            </a:r>
            <a:endParaRPr lang="fr-FR"/>
          </a:p>
        </p:txBody>
      </p:sp>
      <p:sp>
        <p:nvSpPr>
          <p:cNvPr id="52" name="Espace réservé du texte 2">
            <a:extLst>
              <a:ext uri="{FF2B5EF4-FFF2-40B4-BE49-F238E27FC236}">
                <a16:creationId xmlns:a16="http://schemas.microsoft.com/office/drawing/2014/main" id="{F474673F-4B36-6843-89D3-98308AE69EAF}"/>
              </a:ext>
            </a:extLst>
          </p:cNvPr>
          <p:cNvSpPr txBox="1">
            <a:spLocks/>
          </p:cNvSpPr>
          <p:nvPr userDrawn="1"/>
        </p:nvSpPr>
        <p:spPr>
          <a:xfrm>
            <a:off x="604707" y="6159500"/>
            <a:ext cx="4500563" cy="457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700" b="0" i="0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CHANGE STYLES OF MASK TEXT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66916183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LUE-PROPOSI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0F69C1-169A-904A-8CCE-76B9021FE3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470" y="873125"/>
            <a:ext cx="10658474" cy="817563"/>
          </a:xfrm>
          <a:prstGeom prst="rect">
            <a:avLst/>
          </a:prstGeom>
        </p:spPr>
        <p:txBody>
          <a:bodyPr/>
          <a:lstStyle/>
          <a:p>
            <a:r>
              <a:rPr lang="fr-FR" err="1"/>
              <a:t>Title</a:t>
            </a:r>
            <a:endParaRPr lang="fr-FR"/>
          </a:p>
        </p:txBody>
      </p:sp>
      <p:sp>
        <p:nvSpPr>
          <p:cNvPr id="28" name="Espace réservé du texte 6">
            <a:extLst>
              <a:ext uri="{FF2B5EF4-FFF2-40B4-BE49-F238E27FC236}">
                <a16:creationId xmlns:a16="http://schemas.microsoft.com/office/drawing/2014/main" id="{1286ED05-FD5A-434F-A6D9-D6242F9327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6470" y="362998"/>
            <a:ext cx="8507669" cy="560388"/>
          </a:xfrm>
        </p:spPr>
        <p:txBody>
          <a:bodyPr>
            <a:noAutofit/>
          </a:bodyPr>
          <a:lstStyle>
            <a:lvl1pPr marL="0" indent="0">
              <a:buNone/>
              <a:defRPr sz="1500">
                <a:solidFill>
                  <a:srgbClr val="FF0000"/>
                </a:solidFill>
              </a:defRPr>
            </a:lvl1pPr>
            <a:lvl2pPr marL="457200" indent="0">
              <a:buNone/>
              <a:defRPr sz="12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r>
              <a:rPr lang="fr-FR">
                <a:effectLst/>
                <a:latin typeface="Helvetica Neue" panose="02000503000000020004" pitchFamily="2" charset="0"/>
              </a:rPr>
              <a:t>TITLE OF THE CHAPTER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</p:txBody>
      </p:sp>
      <p:pic>
        <p:nvPicPr>
          <p:cNvPr id="34" name="Picture 5">
            <a:extLst>
              <a:ext uri="{FF2B5EF4-FFF2-40B4-BE49-F238E27FC236}">
                <a16:creationId xmlns:a16="http://schemas.microsoft.com/office/drawing/2014/main" id="{0556ADB1-AC59-8D45-B1EC-BFDCFC7AC0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86934" y="1080797"/>
            <a:ext cx="3818132" cy="1847195"/>
          </a:xfrm>
          <a:prstGeom prst="rect">
            <a:avLst/>
          </a:prstGeom>
        </p:spPr>
      </p:pic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131AE45E-F10E-F844-AA4E-F6C2D3729FFC}"/>
              </a:ext>
            </a:extLst>
          </p:cNvPr>
          <p:cNvCxnSpPr/>
          <p:nvPr userDrawn="1"/>
        </p:nvCxnSpPr>
        <p:spPr bwMode="auto">
          <a:xfrm>
            <a:off x="702591" y="2585836"/>
            <a:ext cx="11225884" cy="0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CB4EE6F2-FAAA-FC4D-83B5-90F62FE1DEB6}"/>
              </a:ext>
            </a:extLst>
          </p:cNvPr>
          <p:cNvCxnSpPr/>
          <p:nvPr userDrawn="1"/>
        </p:nvCxnSpPr>
        <p:spPr bwMode="auto">
          <a:xfrm>
            <a:off x="1775325" y="2587212"/>
            <a:ext cx="0" cy="181122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261AB7FC-875D-8C4F-97DF-0174AAEA77F5}"/>
              </a:ext>
            </a:extLst>
          </p:cNvPr>
          <p:cNvCxnSpPr/>
          <p:nvPr userDrawn="1"/>
        </p:nvCxnSpPr>
        <p:spPr bwMode="auto">
          <a:xfrm>
            <a:off x="4042790" y="2587212"/>
            <a:ext cx="0" cy="181122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3C8564B-F17C-DD41-9CE4-B4BCE7464965}"/>
              </a:ext>
            </a:extLst>
          </p:cNvPr>
          <p:cNvCxnSpPr/>
          <p:nvPr userDrawn="1"/>
        </p:nvCxnSpPr>
        <p:spPr bwMode="auto">
          <a:xfrm>
            <a:off x="6310255" y="2587212"/>
            <a:ext cx="0" cy="181122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4746751D-6D3F-DA48-83E9-F1D07C6A3B7C}"/>
              </a:ext>
            </a:extLst>
          </p:cNvPr>
          <p:cNvCxnSpPr/>
          <p:nvPr userDrawn="1"/>
        </p:nvCxnSpPr>
        <p:spPr bwMode="auto">
          <a:xfrm>
            <a:off x="8577720" y="2587212"/>
            <a:ext cx="0" cy="181122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820D8265-4500-E347-A302-8626491487C6}"/>
              </a:ext>
            </a:extLst>
          </p:cNvPr>
          <p:cNvCxnSpPr/>
          <p:nvPr userDrawn="1"/>
        </p:nvCxnSpPr>
        <p:spPr bwMode="auto">
          <a:xfrm>
            <a:off x="10845185" y="2587212"/>
            <a:ext cx="0" cy="181122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3675E24E-C979-AF40-9816-44E73F767ECB}"/>
              </a:ext>
            </a:extLst>
          </p:cNvPr>
          <p:cNvSpPr/>
          <p:nvPr userDrawn="1"/>
        </p:nvSpPr>
        <p:spPr bwMode="auto">
          <a:xfrm>
            <a:off x="695325" y="4084990"/>
            <a:ext cx="2160000" cy="508261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D31E222-0459-0341-A464-2B6C4AF6E050}"/>
              </a:ext>
            </a:extLst>
          </p:cNvPr>
          <p:cNvSpPr/>
          <p:nvPr userDrawn="1"/>
        </p:nvSpPr>
        <p:spPr bwMode="auto">
          <a:xfrm>
            <a:off x="2962790" y="4084990"/>
            <a:ext cx="2160000" cy="508261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9CB7025-7C01-8946-A75B-934431A23945}"/>
              </a:ext>
            </a:extLst>
          </p:cNvPr>
          <p:cNvSpPr/>
          <p:nvPr userDrawn="1"/>
        </p:nvSpPr>
        <p:spPr bwMode="auto">
          <a:xfrm>
            <a:off x="5230255" y="4084990"/>
            <a:ext cx="2160000" cy="508261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B054C01-7C3A-2342-8645-A7EBE017AF79}"/>
              </a:ext>
            </a:extLst>
          </p:cNvPr>
          <p:cNvSpPr/>
          <p:nvPr userDrawn="1"/>
        </p:nvSpPr>
        <p:spPr bwMode="auto">
          <a:xfrm>
            <a:off x="7508345" y="4077226"/>
            <a:ext cx="2160000" cy="516026"/>
          </a:xfrm>
          <a:prstGeom prst="rect">
            <a:avLst/>
          </a:prstGeom>
          <a:solidFill>
            <a:schemeClr val="accent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41D5CA7-3B3D-474B-91AB-760C258CD527}"/>
              </a:ext>
            </a:extLst>
          </p:cNvPr>
          <p:cNvSpPr/>
          <p:nvPr userDrawn="1"/>
        </p:nvSpPr>
        <p:spPr bwMode="auto">
          <a:xfrm>
            <a:off x="9765185" y="4077226"/>
            <a:ext cx="2160000" cy="516026"/>
          </a:xfrm>
          <a:prstGeom prst="rect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622DA1A-DBB8-094D-9090-30BB21FA4EB7}"/>
              </a:ext>
            </a:extLst>
          </p:cNvPr>
          <p:cNvSpPr/>
          <p:nvPr userDrawn="1"/>
        </p:nvSpPr>
        <p:spPr bwMode="auto">
          <a:xfrm>
            <a:off x="695325" y="4667887"/>
            <a:ext cx="2160000" cy="1277154"/>
          </a:xfrm>
          <a:prstGeom prst="rect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soft" dir="t"/>
          </a:scene3d>
          <a:sp3d prstMaterial="powder"/>
        </p:spPr>
        <p:txBody>
          <a:bodyPr lIns="72000" rIns="36000" anchor="t"/>
          <a:lstStyle/>
          <a:p>
            <a:pPr marL="1458" lvl="2" defTabSz="667302" fontAlgn="base">
              <a:spcAft>
                <a:spcPts val="600"/>
              </a:spcAft>
              <a:buClr>
                <a:srgbClr val="990033"/>
              </a:buClr>
              <a:buSzPct val="100000"/>
              <a:defRPr/>
            </a:pPr>
            <a:endParaRPr lang="en-GB" sz="11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57C90B7-C500-AA4A-B27A-5BD2ADCA3213}"/>
              </a:ext>
            </a:extLst>
          </p:cNvPr>
          <p:cNvSpPr/>
          <p:nvPr userDrawn="1"/>
        </p:nvSpPr>
        <p:spPr bwMode="auto">
          <a:xfrm>
            <a:off x="2965550" y="4667887"/>
            <a:ext cx="2160000" cy="1277154"/>
          </a:xfrm>
          <a:prstGeom prst="rect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soft" dir="t"/>
          </a:scene3d>
          <a:sp3d prstMaterial="powder"/>
        </p:spPr>
        <p:txBody>
          <a:bodyPr lIns="72000" rIns="36000" anchor="t"/>
          <a:lstStyle/>
          <a:p>
            <a:pPr marL="1458" lvl="2" defTabSz="667302" fontAlgn="base">
              <a:spcAft>
                <a:spcPts val="600"/>
              </a:spcAft>
              <a:buClr>
                <a:srgbClr val="990033"/>
              </a:buClr>
              <a:buSzPct val="100000"/>
              <a:defRPr/>
            </a:pPr>
            <a:endParaRPr lang="en-US" sz="110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AAB0783-192B-4448-BA3C-1D702B68C605}"/>
              </a:ext>
            </a:extLst>
          </p:cNvPr>
          <p:cNvSpPr/>
          <p:nvPr userDrawn="1"/>
        </p:nvSpPr>
        <p:spPr bwMode="auto">
          <a:xfrm>
            <a:off x="5235775" y="4667887"/>
            <a:ext cx="2160000" cy="1277154"/>
          </a:xfrm>
          <a:prstGeom prst="rect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soft" dir="t"/>
          </a:scene3d>
          <a:sp3d prstMaterial="powder"/>
        </p:spPr>
        <p:txBody>
          <a:bodyPr lIns="72000" rIns="36000" anchor="t"/>
          <a:lstStyle/>
          <a:p>
            <a:pPr marL="1458" lvl="2" defTabSz="667302" fontAlgn="base">
              <a:spcAft>
                <a:spcPts val="600"/>
              </a:spcAft>
              <a:buClr>
                <a:srgbClr val="990033"/>
              </a:buClr>
              <a:buSzPct val="100000"/>
              <a:defRPr/>
            </a:pPr>
            <a:endParaRPr lang="en-US" sz="110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E400011-F65A-1245-8618-88DE1323404D}"/>
              </a:ext>
            </a:extLst>
          </p:cNvPr>
          <p:cNvSpPr/>
          <p:nvPr userDrawn="1"/>
        </p:nvSpPr>
        <p:spPr bwMode="auto">
          <a:xfrm>
            <a:off x="7506000" y="4667887"/>
            <a:ext cx="2160000" cy="1277154"/>
          </a:xfrm>
          <a:prstGeom prst="rect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soft" dir="t"/>
          </a:scene3d>
          <a:sp3d prstMaterial="powder"/>
        </p:spPr>
        <p:txBody>
          <a:bodyPr lIns="72000" rIns="36000" anchor="t"/>
          <a:lstStyle/>
          <a:p>
            <a:pPr marL="1458" lvl="2" defTabSz="667302" fontAlgn="base">
              <a:spcAft>
                <a:spcPts val="600"/>
              </a:spcAft>
              <a:buClr>
                <a:srgbClr val="990033"/>
              </a:buClr>
              <a:buSzPct val="100000"/>
              <a:defRPr/>
            </a:pPr>
            <a:endParaRPr lang="en-US" sz="110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178E8DD-EB53-DE4E-9312-98DBA9961BE1}"/>
              </a:ext>
            </a:extLst>
          </p:cNvPr>
          <p:cNvSpPr/>
          <p:nvPr userDrawn="1"/>
        </p:nvSpPr>
        <p:spPr bwMode="auto">
          <a:xfrm>
            <a:off x="9765185" y="4667887"/>
            <a:ext cx="2160000" cy="1277154"/>
          </a:xfrm>
          <a:prstGeom prst="rect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soft" dir="t"/>
          </a:scene3d>
          <a:sp3d prstMaterial="powder"/>
        </p:spPr>
        <p:txBody>
          <a:bodyPr lIns="72000" rIns="36000" anchor="t"/>
          <a:lstStyle/>
          <a:p>
            <a:pPr marL="1458" lvl="2" defTabSz="667302" fontAlgn="base">
              <a:spcAft>
                <a:spcPts val="600"/>
              </a:spcAft>
              <a:buClr>
                <a:srgbClr val="990033"/>
              </a:buClr>
              <a:buSzPct val="100000"/>
              <a:defRPr/>
            </a:pPr>
            <a:endParaRPr lang="en-US" sz="1100"/>
          </a:p>
        </p:txBody>
      </p:sp>
      <p:sp>
        <p:nvSpPr>
          <p:cNvPr id="51" name="Espace réservé du texte 7">
            <a:extLst>
              <a:ext uri="{FF2B5EF4-FFF2-40B4-BE49-F238E27FC236}">
                <a16:creationId xmlns:a16="http://schemas.microsoft.com/office/drawing/2014/main" id="{FE835E7F-9FBB-944D-B23D-71B8E52F84A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95324" y="4080451"/>
            <a:ext cx="2159987" cy="508262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tabLst/>
              <a:defRPr sz="1400" b="1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 err="1"/>
              <a:t>heading</a:t>
            </a:r>
            <a:endParaRPr lang="fr-FR"/>
          </a:p>
        </p:txBody>
      </p:sp>
      <p:sp>
        <p:nvSpPr>
          <p:cNvPr id="52" name="Espace réservé du texte 7">
            <a:extLst>
              <a:ext uri="{FF2B5EF4-FFF2-40B4-BE49-F238E27FC236}">
                <a16:creationId xmlns:a16="http://schemas.microsoft.com/office/drawing/2014/main" id="{B831B15A-C8F8-624E-943A-21241BED9D8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966331" y="4080451"/>
            <a:ext cx="2159987" cy="508262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tabLst/>
              <a:defRPr sz="1400" b="1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 err="1"/>
              <a:t>heading</a:t>
            </a:r>
            <a:endParaRPr lang="fr-FR"/>
          </a:p>
        </p:txBody>
      </p:sp>
      <p:sp>
        <p:nvSpPr>
          <p:cNvPr id="53" name="Espace réservé du texte 7">
            <a:extLst>
              <a:ext uri="{FF2B5EF4-FFF2-40B4-BE49-F238E27FC236}">
                <a16:creationId xmlns:a16="http://schemas.microsoft.com/office/drawing/2014/main" id="{C0E852ED-E97C-AC46-8390-539428ACB42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37338" y="4080451"/>
            <a:ext cx="2159987" cy="508262"/>
          </a:xfrm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err="1"/>
              <a:t>heading</a:t>
            </a:r>
            <a:endParaRPr lang="fr-FR"/>
          </a:p>
        </p:txBody>
      </p:sp>
      <p:sp>
        <p:nvSpPr>
          <p:cNvPr id="55" name="Espace réservé du texte 7">
            <a:extLst>
              <a:ext uri="{FF2B5EF4-FFF2-40B4-BE49-F238E27FC236}">
                <a16:creationId xmlns:a16="http://schemas.microsoft.com/office/drawing/2014/main" id="{F5988CF3-E03D-224D-9DD1-A763A9A9E2C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500858" y="4080451"/>
            <a:ext cx="2159987" cy="508262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tabLst/>
              <a:defRPr sz="1400" b="1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 err="1"/>
              <a:t>heading</a:t>
            </a:r>
            <a:endParaRPr lang="fr-FR"/>
          </a:p>
        </p:txBody>
      </p:sp>
      <p:sp>
        <p:nvSpPr>
          <p:cNvPr id="57" name="Espace réservé du texte 7">
            <a:extLst>
              <a:ext uri="{FF2B5EF4-FFF2-40B4-BE49-F238E27FC236}">
                <a16:creationId xmlns:a16="http://schemas.microsoft.com/office/drawing/2014/main" id="{65D69E34-D66D-0F45-B26A-9506E4CB18A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779363" y="4080451"/>
            <a:ext cx="2159987" cy="508262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tabLst/>
              <a:defRPr sz="1400" b="1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 err="1"/>
              <a:t>heading</a:t>
            </a:r>
            <a:endParaRPr lang="fr-FR"/>
          </a:p>
        </p:txBody>
      </p:sp>
      <p:sp>
        <p:nvSpPr>
          <p:cNvPr id="24" name="Espace réservé du texte 7">
            <a:extLst>
              <a:ext uri="{FF2B5EF4-FFF2-40B4-BE49-F238E27FC236}">
                <a16:creationId xmlns:a16="http://schemas.microsoft.com/office/drawing/2014/main" id="{22FA4EEF-564B-8941-B82F-2708972FF6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5324" y="4667888"/>
            <a:ext cx="2159987" cy="127715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tabLst/>
              <a:defRPr sz="11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Click </a:t>
            </a:r>
            <a:r>
              <a:rPr lang="fr-FR" err="1"/>
              <a:t>here</a:t>
            </a:r>
            <a:r>
              <a:rPr lang="fr-FR"/>
              <a:t> to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some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</p:txBody>
      </p:sp>
      <p:sp>
        <p:nvSpPr>
          <p:cNvPr id="58" name="Espace réservé du texte 7">
            <a:extLst>
              <a:ext uri="{FF2B5EF4-FFF2-40B4-BE49-F238E27FC236}">
                <a16:creationId xmlns:a16="http://schemas.microsoft.com/office/drawing/2014/main" id="{ECABEB5D-5DC1-BB49-B4F1-A572AB13717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964471" y="4667888"/>
            <a:ext cx="2159987" cy="127715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tabLst/>
              <a:defRPr sz="11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Click </a:t>
            </a:r>
            <a:r>
              <a:rPr lang="fr-FR" err="1"/>
              <a:t>here</a:t>
            </a:r>
            <a:r>
              <a:rPr lang="fr-FR"/>
              <a:t> to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some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</p:txBody>
      </p:sp>
      <p:sp>
        <p:nvSpPr>
          <p:cNvPr id="59" name="Espace réservé du texte 7">
            <a:extLst>
              <a:ext uri="{FF2B5EF4-FFF2-40B4-BE49-F238E27FC236}">
                <a16:creationId xmlns:a16="http://schemas.microsoft.com/office/drawing/2014/main" id="{6C383474-00F6-1840-91CA-FFE63EC0848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233604" y="4667888"/>
            <a:ext cx="2159987" cy="127715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tabLst/>
              <a:defRPr sz="11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Click </a:t>
            </a:r>
            <a:r>
              <a:rPr lang="fr-FR" err="1"/>
              <a:t>here</a:t>
            </a:r>
            <a:r>
              <a:rPr lang="fr-FR"/>
              <a:t> to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some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</p:txBody>
      </p:sp>
      <p:sp>
        <p:nvSpPr>
          <p:cNvPr id="60" name="Espace réservé du texte 7">
            <a:extLst>
              <a:ext uri="{FF2B5EF4-FFF2-40B4-BE49-F238E27FC236}">
                <a16:creationId xmlns:a16="http://schemas.microsoft.com/office/drawing/2014/main" id="{6FEF8193-6CFB-6644-97F7-9B60BE19007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502737" y="4667888"/>
            <a:ext cx="2159987" cy="127715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tabLst/>
              <a:defRPr sz="11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Click </a:t>
            </a:r>
            <a:r>
              <a:rPr lang="fr-FR" err="1"/>
              <a:t>here</a:t>
            </a:r>
            <a:r>
              <a:rPr lang="fr-FR"/>
              <a:t> to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some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</p:txBody>
      </p:sp>
      <p:sp>
        <p:nvSpPr>
          <p:cNvPr id="62" name="Espace réservé du texte 7">
            <a:extLst>
              <a:ext uri="{FF2B5EF4-FFF2-40B4-BE49-F238E27FC236}">
                <a16:creationId xmlns:a16="http://schemas.microsoft.com/office/drawing/2014/main" id="{300BB85F-D9AC-254B-8A35-E399A67F34D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771869" y="4667888"/>
            <a:ext cx="2159987" cy="127715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tabLst/>
              <a:defRPr sz="11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Click </a:t>
            </a:r>
            <a:r>
              <a:rPr lang="fr-FR" err="1"/>
              <a:t>here</a:t>
            </a:r>
            <a:r>
              <a:rPr lang="fr-FR"/>
              <a:t> to </a:t>
            </a:r>
            <a:r>
              <a:rPr lang="fr-FR" err="1"/>
              <a:t>write</a:t>
            </a:r>
            <a:r>
              <a:rPr lang="fr-FR"/>
              <a:t> </a:t>
            </a:r>
            <a:r>
              <a:rPr lang="fr-FR" err="1"/>
              <a:t>some</a:t>
            </a:r>
            <a:r>
              <a:rPr lang="fr-FR"/>
              <a:t> </a:t>
            </a:r>
            <a:r>
              <a:rPr lang="fr-FR" err="1"/>
              <a:t>text</a:t>
            </a:r>
            <a:endParaRPr lang="fr-FR"/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015929C3-FAED-904C-BA5C-4D26A1C0E48B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236663" y="2768600"/>
            <a:ext cx="1146175" cy="112871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fr-FR" err="1"/>
              <a:t>picture</a:t>
            </a:r>
            <a:endParaRPr lang="fr-FR"/>
          </a:p>
        </p:txBody>
      </p:sp>
      <p:sp>
        <p:nvSpPr>
          <p:cNvPr id="63" name="Espace réservé pour une image  3">
            <a:extLst>
              <a:ext uri="{FF2B5EF4-FFF2-40B4-BE49-F238E27FC236}">
                <a16:creationId xmlns:a16="http://schemas.microsoft.com/office/drawing/2014/main" id="{58990580-986B-EF41-9AF8-0103DFBCD613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3447712" y="2768600"/>
            <a:ext cx="1146175" cy="112871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fr-FR" err="1"/>
              <a:t>picture</a:t>
            </a:r>
            <a:endParaRPr lang="fr-FR"/>
          </a:p>
        </p:txBody>
      </p:sp>
      <p:sp>
        <p:nvSpPr>
          <p:cNvPr id="64" name="Espace réservé pour une image  3">
            <a:extLst>
              <a:ext uri="{FF2B5EF4-FFF2-40B4-BE49-F238E27FC236}">
                <a16:creationId xmlns:a16="http://schemas.microsoft.com/office/drawing/2014/main" id="{1014B15A-72CC-9A43-B9D2-953DEA6CE9E8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5741207" y="2768600"/>
            <a:ext cx="1146175" cy="112871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fr-FR" err="1"/>
              <a:t>picture</a:t>
            </a:r>
            <a:endParaRPr lang="fr-FR"/>
          </a:p>
        </p:txBody>
      </p:sp>
      <p:sp>
        <p:nvSpPr>
          <p:cNvPr id="65" name="Espace réservé pour une image  3">
            <a:extLst>
              <a:ext uri="{FF2B5EF4-FFF2-40B4-BE49-F238E27FC236}">
                <a16:creationId xmlns:a16="http://schemas.microsoft.com/office/drawing/2014/main" id="{0686213B-873C-FD4B-A492-2D24B9F06956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8004721" y="2768600"/>
            <a:ext cx="1146175" cy="112871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fr-FR" err="1"/>
              <a:t>picture</a:t>
            </a:r>
            <a:endParaRPr lang="fr-FR"/>
          </a:p>
        </p:txBody>
      </p:sp>
      <p:sp>
        <p:nvSpPr>
          <p:cNvPr id="66" name="Espace réservé pour une image  3">
            <a:extLst>
              <a:ext uri="{FF2B5EF4-FFF2-40B4-BE49-F238E27FC236}">
                <a16:creationId xmlns:a16="http://schemas.microsoft.com/office/drawing/2014/main" id="{927B9A1C-7162-474B-ABFB-631962D95F42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10275731" y="2768600"/>
            <a:ext cx="1146175" cy="1128713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 sz="10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err="1"/>
              <a:t>picture</a:t>
            </a:r>
            <a:endParaRPr lang="fr-FR"/>
          </a:p>
        </p:txBody>
      </p:sp>
      <p:sp>
        <p:nvSpPr>
          <p:cNvPr id="67" name="Espace réservé du texte 2">
            <a:extLst>
              <a:ext uri="{FF2B5EF4-FFF2-40B4-BE49-F238E27FC236}">
                <a16:creationId xmlns:a16="http://schemas.microsoft.com/office/drawing/2014/main" id="{41960D05-7300-DE41-AA08-A7F0AEC7DE42}"/>
              </a:ext>
            </a:extLst>
          </p:cNvPr>
          <p:cNvSpPr txBox="1">
            <a:spLocks/>
          </p:cNvSpPr>
          <p:nvPr userDrawn="1"/>
        </p:nvSpPr>
        <p:spPr>
          <a:xfrm>
            <a:off x="604707" y="6159500"/>
            <a:ext cx="4500563" cy="457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7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700" b="0" i="0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CHANGE STYLES OF MASK TEXT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675562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D8B83808-789D-A049-BCFB-9EC53CC9FB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2466" y="1864631"/>
            <a:ext cx="6467067" cy="31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59185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5A289300-6989-2141-86C0-D114210D5C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470" y="873125"/>
            <a:ext cx="10658474" cy="313932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8" name="Espace réservé du texte 6">
            <a:extLst>
              <a:ext uri="{FF2B5EF4-FFF2-40B4-BE49-F238E27FC236}">
                <a16:creationId xmlns:a16="http://schemas.microsoft.com/office/drawing/2014/main" id="{E86B630A-D9F5-A44E-8726-2288F244A3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6470" y="362998"/>
            <a:ext cx="8507669" cy="560388"/>
          </a:xfrm>
        </p:spPr>
        <p:txBody>
          <a:bodyPr lIns="0">
            <a:noAutofit/>
          </a:bodyPr>
          <a:lstStyle>
            <a:lvl1pPr marL="0" indent="0">
              <a:buNone/>
              <a:defRPr sz="1500">
                <a:solidFill>
                  <a:srgbClr val="FF0000"/>
                </a:solidFill>
              </a:defRPr>
            </a:lvl1pPr>
            <a:lvl2pPr marL="457200" indent="0">
              <a:buNone/>
              <a:defRPr sz="12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82068B2-2F07-1E71-1EAF-2A0D4EDC6CA9}"/>
              </a:ext>
            </a:extLst>
          </p:cNvPr>
          <p:cNvCxnSpPr/>
          <p:nvPr userDrawn="1"/>
        </p:nvCxnSpPr>
        <p:spPr>
          <a:xfrm>
            <a:off x="604707" y="1187057"/>
            <a:ext cx="1065023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4E45D28-255E-AEF7-151D-EED0AD0794DE}"/>
              </a:ext>
            </a:extLst>
          </p:cNvPr>
          <p:cNvCxnSpPr/>
          <p:nvPr userDrawn="1"/>
        </p:nvCxnSpPr>
        <p:spPr>
          <a:xfrm>
            <a:off x="604707" y="2965878"/>
            <a:ext cx="1065023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A363D25-3B92-7BB9-E455-38DAD4CA58D1}"/>
              </a:ext>
            </a:extLst>
          </p:cNvPr>
          <p:cNvCxnSpPr/>
          <p:nvPr userDrawn="1"/>
        </p:nvCxnSpPr>
        <p:spPr>
          <a:xfrm>
            <a:off x="604707" y="4744698"/>
            <a:ext cx="1065023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51C3D57-F8CC-395C-4CBB-FE23D1706745}"/>
              </a:ext>
            </a:extLst>
          </p:cNvPr>
          <p:cNvSpPr txBox="1"/>
          <p:nvPr userDrawn="1"/>
        </p:nvSpPr>
        <p:spPr>
          <a:xfrm>
            <a:off x="604707" y="6209585"/>
            <a:ext cx="12263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5F9BA19-5F8F-4D10-92CF-CB2B7E11948A}" type="slidenum">
              <a:rPr lang="en-US" sz="1000" smtClean="0"/>
              <a:t>‹#›</a:t>
            </a:fld>
            <a:endParaRPr lang="en-US" sz="100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7ED9316-1800-1D28-209D-FED3C0A249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4707" y="2641222"/>
            <a:ext cx="10650237" cy="324655"/>
          </a:xfrm>
        </p:spPr>
        <p:txBody>
          <a:bodyPr wrap="square" lIns="0">
            <a:spAutoFit/>
          </a:bodyPr>
          <a:lstStyle>
            <a:lvl1pPr marL="0" indent="0">
              <a:buNone/>
              <a:defRPr sz="1600" b="1"/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4F167BD-8B76-C931-13D8-8B631A2AC9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4706" y="4388534"/>
            <a:ext cx="10650669" cy="313932"/>
          </a:xfrm>
        </p:spPr>
        <p:txBody>
          <a:bodyPr lIns="0">
            <a:spAutoFit/>
          </a:bodyPr>
          <a:lstStyle>
            <a:lvl1pPr marL="0" indent="0">
              <a:buNone/>
              <a:defRPr sz="1600" b="1"/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6A3A091-D3B9-EFA4-0D1B-08E346451D96}"/>
              </a:ext>
            </a:extLst>
          </p:cNvPr>
          <p:cNvCxnSpPr>
            <a:cxnSpLocks/>
          </p:cNvCxnSpPr>
          <p:nvPr userDrawn="1"/>
        </p:nvCxnSpPr>
        <p:spPr>
          <a:xfrm>
            <a:off x="604707" y="4770474"/>
            <a:ext cx="406512" cy="0"/>
          </a:xfrm>
          <a:prstGeom prst="line">
            <a:avLst/>
          </a:prstGeom>
          <a:ln w="476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8E34C3F-3CCD-F937-9A97-5767ACE8421A}"/>
              </a:ext>
            </a:extLst>
          </p:cNvPr>
          <p:cNvCxnSpPr>
            <a:cxnSpLocks/>
          </p:cNvCxnSpPr>
          <p:nvPr userDrawn="1"/>
        </p:nvCxnSpPr>
        <p:spPr>
          <a:xfrm>
            <a:off x="604707" y="2988179"/>
            <a:ext cx="406512" cy="0"/>
          </a:xfrm>
          <a:prstGeom prst="line">
            <a:avLst/>
          </a:prstGeom>
          <a:ln w="476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3FED5C2-7DBA-CFC8-7A69-DA87A0D3B434}"/>
              </a:ext>
            </a:extLst>
          </p:cNvPr>
          <p:cNvCxnSpPr>
            <a:cxnSpLocks/>
          </p:cNvCxnSpPr>
          <p:nvPr userDrawn="1"/>
        </p:nvCxnSpPr>
        <p:spPr>
          <a:xfrm>
            <a:off x="604707" y="1207452"/>
            <a:ext cx="406512" cy="0"/>
          </a:xfrm>
          <a:prstGeom prst="line">
            <a:avLst/>
          </a:prstGeom>
          <a:ln w="476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4748226"/>
      </p:ext>
    </p:extLst>
  </p:cSld>
  <p:clrMapOvr>
    <a:masterClrMapping/>
  </p:clrMapOvr>
  <p:hf hd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5A289300-6989-2141-86C0-D114210D5C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470" y="873125"/>
            <a:ext cx="10658474" cy="313932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8" name="Espace réservé du texte 6">
            <a:extLst>
              <a:ext uri="{FF2B5EF4-FFF2-40B4-BE49-F238E27FC236}">
                <a16:creationId xmlns:a16="http://schemas.microsoft.com/office/drawing/2014/main" id="{E86B630A-D9F5-A44E-8726-2288F244A3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6470" y="362998"/>
            <a:ext cx="8507669" cy="560388"/>
          </a:xfrm>
        </p:spPr>
        <p:txBody>
          <a:bodyPr lIns="0">
            <a:noAutofit/>
          </a:bodyPr>
          <a:lstStyle>
            <a:lvl1pPr marL="0" indent="0">
              <a:buNone/>
              <a:defRPr sz="1500">
                <a:solidFill>
                  <a:srgbClr val="FF0000"/>
                </a:solidFill>
              </a:defRPr>
            </a:lvl1pPr>
            <a:lvl2pPr marL="457200" indent="0">
              <a:buNone/>
              <a:defRPr sz="12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82068B2-2F07-1E71-1EAF-2A0D4EDC6CA9}"/>
              </a:ext>
            </a:extLst>
          </p:cNvPr>
          <p:cNvCxnSpPr/>
          <p:nvPr userDrawn="1"/>
        </p:nvCxnSpPr>
        <p:spPr>
          <a:xfrm>
            <a:off x="604707" y="1187057"/>
            <a:ext cx="1065023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A363D25-3B92-7BB9-E455-38DAD4CA58D1}"/>
              </a:ext>
            </a:extLst>
          </p:cNvPr>
          <p:cNvCxnSpPr/>
          <p:nvPr userDrawn="1"/>
        </p:nvCxnSpPr>
        <p:spPr>
          <a:xfrm>
            <a:off x="604707" y="4744698"/>
            <a:ext cx="1065023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51C3D57-F8CC-395C-4CBB-FE23D1706745}"/>
              </a:ext>
            </a:extLst>
          </p:cNvPr>
          <p:cNvSpPr txBox="1"/>
          <p:nvPr userDrawn="1"/>
        </p:nvSpPr>
        <p:spPr>
          <a:xfrm>
            <a:off x="604707" y="6209585"/>
            <a:ext cx="12263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5F9BA19-5F8F-4D10-92CF-CB2B7E11948A}" type="slidenum">
              <a:rPr lang="en-US" sz="1000" smtClean="0"/>
              <a:t>‹#›</a:t>
            </a:fld>
            <a:endParaRPr lang="en-US" sz="100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4F167BD-8B76-C931-13D8-8B631A2AC9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4706" y="4388534"/>
            <a:ext cx="10650669" cy="313932"/>
          </a:xfrm>
        </p:spPr>
        <p:txBody>
          <a:bodyPr lIns="0">
            <a:spAutoFit/>
          </a:bodyPr>
          <a:lstStyle>
            <a:lvl1pPr marL="0" indent="0">
              <a:buNone/>
              <a:defRPr sz="1600" b="1"/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E3E20A8-16F4-E997-8770-275705AD6CD1}"/>
              </a:ext>
            </a:extLst>
          </p:cNvPr>
          <p:cNvCxnSpPr>
            <a:cxnSpLocks/>
          </p:cNvCxnSpPr>
          <p:nvPr userDrawn="1"/>
        </p:nvCxnSpPr>
        <p:spPr>
          <a:xfrm>
            <a:off x="604707" y="1211822"/>
            <a:ext cx="406512" cy="0"/>
          </a:xfrm>
          <a:prstGeom prst="line">
            <a:avLst/>
          </a:prstGeom>
          <a:ln w="476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361AD4F-DDC4-0373-3E02-F62404E50EAA}"/>
              </a:ext>
            </a:extLst>
          </p:cNvPr>
          <p:cNvCxnSpPr>
            <a:cxnSpLocks/>
          </p:cNvCxnSpPr>
          <p:nvPr userDrawn="1"/>
        </p:nvCxnSpPr>
        <p:spPr>
          <a:xfrm>
            <a:off x="604707" y="4772379"/>
            <a:ext cx="406512" cy="0"/>
          </a:xfrm>
          <a:prstGeom prst="line">
            <a:avLst/>
          </a:prstGeom>
          <a:ln w="476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0475845"/>
      </p:ext>
    </p:extLst>
  </p:cSld>
  <p:clrMapOvr>
    <a:masterClrMapping/>
  </p:clrMapOvr>
  <p:hf hd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5A289300-6989-2141-86C0-D114210D5C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470" y="873125"/>
            <a:ext cx="10658474" cy="313932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8" name="Espace réservé du texte 6">
            <a:extLst>
              <a:ext uri="{FF2B5EF4-FFF2-40B4-BE49-F238E27FC236}">
                <a16:creationId xmlns:a16="http://schemas.microsoft.com/office/drawing/2014/main" id="{E86B630A-D9F5-A44E-8726-2288F244A3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6470" y="362998"/>
            <a:ext cx="8507669" cy="560388"/>
          </a:xfrm>
        </p:spPr>
        <p:txBody>
          <a:bodyPr lIns="0">
            <a:noAutofit/>
          </a:bodyPr>
          <a:lstStyle>
            <a:lvl1pPr marL="0" indent="0">
              <a:buNone/>
              <a:defRPr sz="1500">
                <a:solidFill>
                  <a:srgbClr val="FF0000"/>
                </a:solidFill>
              </a:defRPr>
            </a:lvl1pPr>
            <a:lvl2pPr marL="457200" indent="0">
              <a:buNone/>
              <a:defRPr sz="12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82068B2-2F07-1E71-1EAF-2A0D4EDC6CA9}"/>
              </a:ext>
            </a:extLst>
          </p:cNvPr>
          <p:cNvCxnSpPr/>
          <p:nvPr userDrawn="1"/>
        </p:nvCxnSpPr>
        <p:spPr>
          <a:xfrm>
            <a:off x="604707" y="1187057"/>
            <a:ext cx="1065023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A363D25-3B92-7BB9-E455-38DAD4CA58D1}"/>
              </a:ext>
            </a:extLst>
          </p:cNvPr>
          <p:cNvCxnSpPr/>
          <p:nvPr userDrawn="1"/>
        </p:nvCxnSpPr>
        <p:spPr>
          <a:xfrm>
            <a:off x="604707" y="3785164"/>
            <a:ext cx="1065023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51C3D57-F8CC-395C-4CBB-FE23D1706745}"/>
              </a:ext>
            </a:extLst>
          </p:cNvPr>
          <p:cNvSpPr txBox="1"/>
          <p:nvPr userDrawn="1"/>
        </p:nvSpPr>
        <p:spPr>
          <a:xfrm>
            <a:off x="604707" y="6209585"/>
            <a:ext cx="12263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5F9BA19-5F8F-4D10-92CF-CB2B7E11948A}" type="slidenum">
              <a:rPr lang="en-US" sz="1000" smtClean="0"/>
              <a:t>‹#›</a:t>
            </a:fld>
            <a:endParaRPr lang="en-US" sz="100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4F167BD-8B76-C931-13D8-8B631A2AC9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4706" y="3429000"/>
            <a:ext cx="10650669" cy="313932"/>
          </a:xfrm>
        </p:spPr>
        <p:txBody>
          <a:bodyPr lIns="0">
            <a:spAutoFit/>
          </a:bodyPr>
          <a:lstStyle>
            <a:lvl1pPr marL="0" indent="0">
              <a:buNone/>
              <a:defRPr sz="1600" b="1"/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5ED427B-F181-E037-9A26-19304DB7EC4E}"/>
              </a:ext>
            </a:extLst>
          </p:cNvPr>
          <p:cNvCxnSpPr>
            <a:cxnSpLocks/>
          </p:cNvCxnSpPr>
          <p:nvPr userDrawn="1"/>
        </p:nvCxnSpPr>
        <p:spPr>
          <a:xfrm>
            <a:off x="604707" y="1211822"/>
            <a:ext cx="406512" cy="0"/>
          </a:xfrm>
          <a:prstGeom prst="line">
            <a:avLst/>
          </a:prstGeom>
          <a:ln w="476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F67782-9EB1-C03D-2871-50FAF8209D2C}"/>
              </a:ext>
            </a:extLst>
          </p:cNvPr>
          <p:cNvCxnSpPr>
            <a:cxnSpLocks/>
          </p:cNvCxnSpPr>
          <p:nvPr userDrawn="1"/>
        </p:nvCxnSpPr>
        <p:spPr>
          <a:xfrm>
            <a:off x="604707" y="3812259"/>
            <a:ext cx="406512" cy="0"/>
          </a:xfrm>
          <a:prstGeom prst="line">
            <a:avLst/>
          </a:prstGeom>
          <a:ln w="476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9351046"/>
      </p:ext>
    </p:extLst>
  </p:cSld>
  <p:clrMapOvr>
    <a:masterClrMapping/>
  </p:clrMapOvr>
  <p:hf hd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5A289300-6989-2141-86C0-D114210D5C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470" y="873125"/>
            <a:ext cx="10658474" cy="313932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8" name="Espace réservé du texte 6">
            <a:extLst>
              <a:ext uri="{FF2B5EF4-FFF2-40B4-BE49-F238E27FC236}">
                <a16:creationId xmlns:a16="http://schemas.microsoft.com/office/drawing/2014/main" id="{E86B630A-D9F5-A44E-8726-2288F244A3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6470" y="362998"/>
            <a:ext cx="8507669" cy="560388"/>
          </a:xfrm>
        </p:spPr>
        <p:txBody>
          <a:bodyPr lIns="0">
            <a:noAutofit/>
          </a:bodyPr>
          <a:lstStyle>
            <a:lvl1pPr marL="0" indent="0">
              <a:buNone/>
              <a:defRPr sz="1500">
                <a:solidFill>
                  <a:srgbClr val="FF0000"/>
                </a:solidFill>
              </a:defRPr>
            </a:lvl1pPr>
            <a:lvl2pPr marL="457200" indent="0">
              <a:buNone/>
              <a:defRPr sz="12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82068B2-2F07-1E71-1EAF-2A0D4EDC6CA9}"/>
              </a:ext>
            </a:extLst>
          </p:cNvPr>
          <p:cNvCxnSpPr/>
          <p:nvPr userDrawn="1"/>
        </p:nvCxnSpPr>
        <p:spPr>
          <a:xfrm>
            <a:off x="604707" y="1187057"/>
            <a:ext cx="1065023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51C3D57-F8CC-395C-4CBB-FE23D1706745}"/>
              </a:ext>
            </a:extLst>
          </p:cNvPr>
          <p:cNvSpPr txBox="1"/>
          <p:nvPr userDrawn="1"/>
        </p:nvSpPr>
        <p:spPr>
          <a:xfrm>
            <a:off x="604707" y="6209585"/>
            <a:ext cx="12263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5F9BA19-5F8F-4D10-92CF-CB2B7E11948A}" type="slidenum">
              <a:rPr lang="en-US" sz="1000" smtClean="0"/>
              <a:t>‹#›</a:t>
            </a:fld>
            <a:endParaRPr lang="en-US" sz="10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E3E20A8-16F4-E997-8770-275705AD6CD1}"/>
              </a:ext>
            </a:extLst>
          </p:cNvPr>
          <p:cNvCxnSpPr>
            <a:cxnSpLocks/>
          </p:cNvCxnSpPr>
          <p:nvPr userDrawn="1"/>
        </p:nvCxnSpPr>
        <p:spPr>
          <a:xfrm>
            <a:off x="604707" y="1211822"/>
            <a:ext cx="406512" cy="0"/>
          </a:xfrm>
          <a:prstGeom prst="line">
            <a:avLst/>
          </a:prstGeom>
          <a:ln w="476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425344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B121891-C0AA-BD41-AB49-0C4B64D6C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996" y="873125"/>
            <a:ext cx="10371137" cy="817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err="1"/>
              <a:t>Title</a:t>
            </a:r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E28311A-C4CD-874A-9348-12D78D7A8A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9996" y="1825625"/>
            <a:ext cx="1037113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b="0" i="0" u="none" strike="noStrike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Click to change styles of </a:t>
            </a:r>
            <a:r>
              <a:rPr lang="fr-FR" b="0" i="0" u="none" strike="noStrike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mask</a:t>
            </a:r>
            <a:r>
              <a:rPr lang="fr-FR" b="0" i="0" u="none" strike="noStrike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fr-FR" b="0" i="0" u="none" strike="noStrike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text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3"/>
            <a:r>
              <a:rPr lang="fr-FR" err="1"/>
              <a:t>Fourth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4"/>
            <a:r>
              <a:rPr lang="fr-FR" err="1"/>
              <a:t>Fifth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9" name="Triangle rectangle 9">
            <a:extLst>
              <a:ext uri="{FF2B5EF4-FFF2-40B4-BE49-F238E27FC236}">
                <a16:creationId xmlns:a16="http://schemas.microsoft.com/office/drawing/2014/main" id="{10C71089-8746-9F4A-9D7D-B8269E9C76E7}"/>
              </a:ext>
            </a:extLst>
          </p:cNvPr>
          <p:cNvSpPr/>
          <p:nvPr userDrawn="1"/>
        </p:nvSpPr>
        <p:spPr>
          <a:xfrm>
            <a:off x="0" y="5829300"/>
            <a:ext cx="266043" cy="10287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A86A4082-201E-574D-A1C2-CA03805A4433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3016" y="0"/>
            <a:ext cx="1733152" cy="838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065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6" r:id="rId2"/>
    <p:sldLayoutId id="2147483664" r:id="rId3"/>
    <p:sldLayoutId id="2147483676" r:id="rId4"/>
    <p:sldLayoutId id="2147483685" r:id="rId5"/>
    <p:sldLayoutId id="2147483686" r:id="rId6"/>
    <p:sldLayoutId id="2147483677" r:id="rId7"/>
    <p:sldLayoutId id="2147483678" r:id="rId8"/>
    <p:sldLayoutId id="2147483702" r:id="rId9"/>
    <p:sldLayoutId id="2147483703" r:id="rId10"/>
    <p:sldLayoutId id="2147483704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700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fr-FR" sz="2800" b="0" i="0" u="none" strike="noStrike" kern="1200" smtClean="0">
          <a:solidFill>
            <a:schemeClr val="tx1"/>
          </a:solidFill>
          <a:effectLst/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98" userDrawn="1">
          <p15:clr>
            <a:srgbClr val="F26B43"/>
          </p15:clr>
        </p15:guide>
        <p15:guide id="2" pos="438" userDrawn="1">
          <p15:clr>
            <a:srgbClr val="F26B43"/>
          </p15:clr>
        </p15:guide>
        <p15:guide id="4" orient="horz" pos="3793" userDrawn="1">
          <p15:clr>
            <a:srgbClr val="F26B43"/>
          </p15:clr>
        </p15:guide>
        <p15:guide id="5" pos="166" userDrawn="1">
          <p15:clr>
            <a:srgbClr val="F26B43"/>
          </p15:clr>
        </p15:guide>
        <p15:guide id="7" pos="7514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  <p15:guide id="9" orient="horz" pos="4178" userDrawn="1">
          <p15:clr>
            <a:srgbClr val="F26B43"/>
          </p15:clr>
        </p15:guide>
        <p15:guide id="10" orient="horz" pos="255" userDrawn="1">
          <p15:clr>
            <a:srgbClr val="F26B43"/>
          </p15:clr>
        </p15:guide>
        <p15:guide id="11" pos="6085" userDrawn="1">
          <p15:clr>
            <a:srgbClr val="F26B43"/>
          </p15:clr>
        </p15:guide>
        <p15:guide id="13" orient="horz" pos="2455" userDrawn="1">
          <p15:clr>
            <a:srgbClr val="F26B43"/>
          </p15:clr>
        </p15:guide>
        <p15:guide id="14" pos="3273" userDrawn="1">
          <p15:clr>
            <a:srgbClr val="F26B43"/>
          </p15:clr>
        </p15:guide>
        <p15:guide id="15" pos="1867" userDrawn="1">
          <p15:clr>
            <a:srgbClr val="F26B43"/>
          </p15:clr>
        </p15:guide>
        <p15:guide id="16" pos="4679" userDrawn="1">
          <p15:clr>
            <a:srgbClr val="F26B43"/>
          </p15:clr>
        </p15:guide>
        <p15:guide id="17" orient="horz" pos="3702" userDrawn="1">
          <p15:clr>
            <a:srgbClr val="F26B43"/>
          </p15:clr>
        </p15:guide>
        <p15:guide id="18" orient="horz" pos="3090" userDrawn="1">
          <p15:clr>
            <a:srgbClr val="F26B43"/>
          </p15:clr>
        </p15:guide>
        <p15:guide id="19" orient="horz" pos="142" userDrawn="1">
          <p15:clr>
            <a:srgbClr val="F26B43"/>
          </p15:clr>
        </p15:guide>
        <p15:guide id="20" pos="3840" userDrawn="1">
          <p15:clr>
            <a:srgbClr val="F26B43"/>
          </p15:clr>
        </p15:guide>
        <p15:guide id="21" orient="horz" pos="3203" userDrawn="1">
          <p15:clr>
            <a:srgbClr val="F26B43"/>
          </p15:clr>
        </p15:guide>
        <p15:guide id="22" pos="2252" userDrawn="1">
          <p15:clr>
            <a:srgbClr val="F26B43"/>
          </p15:clr>
        </p15:guide>
        <p15:guide id="23" pos="590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969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B121891-C0AA-BD41-AB49-0C4B64D6C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996" y="873125"/>
            <a:ext cx="10371137" cy="817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err="1"/>
              <a:t>Title</a:t>
            </a:r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E28311A-C4CD-874A-9348-12D78D7A8A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9996" y="1825625"/>
            <a:ext cx="1037113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b="0" i="0" u="none" strike="noStrike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Click to change styles of </a:t>
            </a:r>
            <a:r>
              <a:rPr lang="fr-FR" b="0" i="0" u="none" strike="noStrike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mask</a:t>
            </a:r>
            <a:r>
              <a:rPr lang="fr-FR" b="0" i="0" u="none" strike="noStrike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fr-FR" b="0" i="0" u="none" strike="noStrike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text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3"/>
            <a:r>
              <a:rPr lang="fr-FR" err="1"/>
              <a:t>Fourth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4"/>
            <a:r>
              <a:rPr lang="fr-FR" err="1"/>
              <a:t>Fifth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9" name="Triangle rectangle 9">
            <a:extLst>
              <a:ext uri="{FF2B5EF4-FFF2-40B4-BE49-F238E27FC236}">
                <a16:creationId xmlns:a16="http://schemas.microsoft.com/office/drawing/2014/main" id="{10C71089-8746-9F4A-9D7D-B8269E9C76E7}"/>
              </a:ext>
            </a:extLst>
          </p:cNvPr>
          <p:cNvSpPr/>
          <p:nvPr userDrawn="1"/>
        </p:nvSpPr>
        <p:spPr>
          <a:xfrm>
            <a:off x="0" y="5829300"/>
            <a:ext cx="266043" cy="10287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A86A4082-201E-574D-A1C2-CA03805A4433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3016" y="0"/>
            <a:ext cx="1733152" cy="838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844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700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fr-FR" sz="2800" b="0" i="0" u="none" strike="noStrike" kern="1200" smtClean="0">
          <a:solidFill>
            <a:schemeClr val="tx1"/>
          </a:solidFill>
          <a:effectLst/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98">
          <p15:clr>
            <a:srgbClr val="F26B43"/>
          </p15:clr>
        </p15:guide>
        <p15:guide id="2" pos="438">
          <p15:clr>
            <a:srgbClr val="F26B43"/>
          </p15:clr>
        </p15:guide>
        <p15:guide id="4" orient="horz" pos="3793">
          <p15:clr>
            <a:srgbClr val="F26B43"/>
          </p15:clr>
        </p15:guide>
        <p15:guide id="5" pos="166">
          <p15:clr>
            <a:srgbClr val="F26B43"/>
          </p15:clr>
        </p15:guide>
        <p15:guide id="7" pos="7514">
          <p15:clr>
            <a:srgbClr val="F26B43"/>
          </p15:clr>
        </p15:guide>
        <p15:guide id="8" orient="horz" pos="4110">
          <p15:clr>
            <a:srgbClr val="F26B43"/>
          </p15:clr>
        </p15:guide>
        <p15:guide id="9" orient="horz" pos="4178">
          <p15:clr>
            <a:srgbClr val="F26B43"/>
          </p15:clr>
        </p15:guide>
        <p15:guide id="10" orient="horz" pos="255">
          <p15:clr>
            <a:srgbClr val="F26B43"/>
          </p15:clr>
        </p15:guide>
        <p15:guide id="11" pos="6085">
          <p15:clr>
            <a:srgbClr val="F26B43"/>
          </p15:clr>
        </p15:guide>
        <p15:guide id="13" orient="horz" pos="2455">
          <p15:clr>
            <a:srgbClr val="F26B43"/>
          </p15:clr>
        </p15:guide>
        <p15:guide id="14" pos="3273">
          <p15:clr>
            <a:srgbClr val="F26B43"/>
          </p15:clr>
        </p15:guide>
        <p15:guide id="15" pos="1867">
          <p15:clr>
            <a:srgbClr val="F26B43"/>
          </p15:clr>
        </p15:guide>
        <p15:guide id="16" pos="4679">
          <p15:clr>
            <a:srgbClr val="F26B43"/>
          </p15:clr>
        </p15:guide>
        <p15:guide id="17" orient="horz" pos="3702">
          <p15:clr>
            <a:srgbClr val="F26B43"/>
          </p15:clr>
        </p15:guide>
        <p15:guide id="18" orient="horz" pos="3090">
          <p15:clr>
            <a:srgbClr val="F26B43"/>
          </p15:clr>
        </p15:guide>
        <p15:guide id="19" orient="horz" pos="142">
          <p15:clr>
            <a:srgbClr val="F26B43"/>
          </p15:clr>
        </p15:guide>
        <p15:guide id="20" pos="3840">
          <p15:clr>
            <a:srgbClr val="F26B43"/>
          </p15:clr>
        </p15:guide>
        <p15:guide id="21" orient="horz" pos="3203">
          <p15:clr>
            <a:srgbClr val="F26B43"/>
          </p15:clr>
        </p15:guide>
        <p15:guide id="22" pos="2252">
          <p15:clr>
            <a:srgbClr val="F26B43"/>
          </p15:clr>
        </p15:guide>
        <p15:guide id="23" pos="590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svg"/><Relationship Id="rId18" Type="http://schemas.openxmlformats.org/officeDocument/2006/relationships/image" Target="../media/image20.svg"/><Relationship Id="rId26" Type="http://schemas.openxmlformats.org/officeDocument/2006/relationships/image" Target="../media/image28.svg"/><Relationship Id="rId39" Type="http://schemas.openxmlformats.org/officeDocument/2006/relationships/image" Target="../media/image41.svg"/><Relationship Id="rId21" Type="http://schemas.openxmlformats.org/officeDocument/2006/relationships/image" Target="../media/image23.svg"/><Relationship Id="rId34" Type="http://schemas.openxmlformats.org/officeDocument/2006/relationships/image" Target="../media/image36.svg"/><Relationship Id="rId7" Type="http://schemas.openxmlformats.org/officeDocument/2006/relationships/image" Target="../media/image9.svg"/><Relationship Id="rId12" Type="http://schemas.openxmlformats.org/officeDocument/2006/relationships/image" Target="../media/image14.svg"/><Relationship Id="rId17" Type="http://schemas.openxmlformats.org/officeDocument/2006/relationships/image" Target="../media/image19.svg"/><Relationship Id="rId25" Type="http://schemas.openxmlformats.org/officeDocument/2006/relationships/image" Target="../media/image27.svg"/><Relationship Id="rId33" Type="http://schemas.openxmlformats.org/officeDocument/2006/relationships/image" Target="../media/image35.svg"/><Relationship Id="rId38" Type="http://schemas.openxmlformats.org/officeDocument/2006/relationships/image" Target="../media/image40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8.svg"/><Relationship Id="rId20" Type="http://schemas.openxmlformats.org/officeDocument/2006/relationships/image" Target="../media/image22.svg"/><Relationship Id="rId29" Type="http://schemas.openxmlformats.org/officeDocument/2006/relationships/image" Target="../media/image31.svg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8.svg"/><Relationship Id="rId11" Type="http://schemas.openxmlformats.org/officeDocument/2006/relationships/image" Target="../media/image13.svg"/><Relationship Id="rId24" Type="http://schemas.openxmlformats.org/officeDocument/2006/relationships/image" Target="../media/image26.svg"/><Relationship Id="rId32" Type="http://schemas.openxmlformats.org/officeDocument/2006/relationships/image" Target="../media/image34.svg"/><Relationship Id="rId37" Type="http://schemas.openxmlformats.org/officeDocument/2006/relationships/image" Target="../media/image39.svg"/><Relationship Id="rId5" Type="http://schemas.openxmlformats.org/officeDocument/2006/relationships/image" Target="../media/image7.svg"/><Relationship Id="rId15" Type="http://schemas.openxmlformats.org/officeDocument/2006/relationships/image" Target="../media/image17.svg"/><Relationship Id="rId23" Type="http://schemas.openxmlformats.org/officeDocument/2006/relationships/image" Target="../media/image25.svg"/><Relationship Id="rId28" Type="http://schemas.openxmlformats.org/officeDocument/2006/relationships/image" Target="../media/image30.svg"/><Relationship Id="rId36" Type="http://schemas.openxmlformats.org/officeDocument/2006/relationships/image" Target="../media/image38.svg"/><Relationship Id="rId10" Type="http://schemas.openxmlformats.org/officeDocument/2006/relationships/image" Target="../media/image12.svg"/><Relationship Id="rId19" Type="http://schemas.openxmlformats.org/officeDocument/2006/relationships/image" Target="../media/image21.svg"/><Relationship Id="rId31" Type="http://schemas.openxmlformats.org/officeDocument/2006/relationships/image" Target="../media/image33.svg"/><Relationship Id="rId4" Type="http://schemas.openxmlformats.org/officeDocument/2006/relationships/image" Target="../media/image6.svg"/><Relationship Id="rId9" Type="http://schemas.openxmlformats.org/officeDocument/2006/relationships/image" Target="../media/image11.svg"/><Relationship Id="rId14" Type="http://schemas.openxmlformats.org/officeDocument/2006/relationships/image" Target="../media/image16.svg"/><Relationship Id="rId22" Type="http://schemas.openxmlformats.org/officeDocument/2006/relationships/image" Target="../media/image24.svg"/><Relationship Id="rId27" Type="http://schemas.openxmlformats.org/officeDocument/2006/relationships/image" Target="../media/image29.svg"/><Relationship Id="rId30" Type="http://schemas.openxmlformats.org/officeDocument/2006/relationships/image" Target="../media/image32.svg"/><Relationship Id="rId35" Type="http://schemas.openxmlformats.org/officeDocument/2006/relationships/image" Target="../media/image37.svg"/><Relationship Id="rId8" Type="http://schemas.openxmlformats.org/officeDocument/2006/relationships/image" Target="../media/image10.svg"/><Relationship Id="rId3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2.svg"/><Relationship Id="rId18" Type="http://schemas.openxmlformats.org/officeDocument/2006/relationships/image" Target="../media/image57.svg"/><Relationship Id="rId26" Type="http://schemas.openxmlformats.org/officeDocument/2006/relationships/image" Target="../media/image65.svg"/><Relationship Id="rId39" Type="http://schemas.openxmlformats.org/officeDocument/2006/relationships/image" Target="../media/image78.svg"/><Relationship Id="rId21" Type="http://schemas.openxmlformats.org/officeDocument/2006/relationships/image" Target="../media/image60.svg"/><Relationship Id="rId34" Type="http://schemas.openxmlformats.org/officeDocument/2006/relationships/image" Target="../media/image73.svg"/><Relationship Id="rId7" Type="http://schemas.openxmlformats.org/officeDocument/2006/relationships/image" Target="../media/image46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55.svg"/><Relationship Id="rId20" Type="http://schemas.openxmlformats.org/officeDocument/2006/relationships/image" Target="../media/image59.svg"/><Relationship Id="rId29" Type="http://schemas.openxmlformats.org/officeDocument/2006/relationships/image" Target="../media/image68.svg"/><Relationship Id="rId41" Type="http://schemas.openxmlformats.org/officeDocument/2006/relationships/image" Target="../media/image80.svg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45.svg"/><Relationship Id="rId11" Type="http://schemas.openxmlformats.org/officeDocument/2006/relationships/image" Target="../media/image50.svg"/><Relationship Id="rId24" Type="http://schemas.openxmlformats.org/officeDocument/2006/relationships/image" Target="../media/image63.svg"/><Relationship Id="rId32" Type="http://schemas.openxmlformats.org/officeDocument/2006/relationships/image" Target="../media/image71.svg"/><Relationship Id="rId37" Type="http://schemas.openxmlformats.org/officeDocument/2006/relationships/image" Target="../media/image76.svg"/><Relationship Id="rId40" Type="http://schemas.openxmlformats.org/officeDocument/2006/relationships/image" Target="../media/image79.svg"/><Relationship Id="rId5" Type="http://schemas.openxmlformats.org/officeDocument/2006/relationships/image" Target="../media/image44.svg"/><Relationship Id="rId15" Type="http://schemas.openxmlformats.org/officeDocument/2006/relationships/image" Target="../media/image54.svg"/><Relationship Id="rId23" Type="http://schemas.openxmlformats.org/officeDocument/2006/relationships/image" Target="../media/image62.svg"/><Relationship Id="rId28" Type="http://schemas.openxmlformats.org/officeDocument/2006/relationships/image" Target="../media/image67.svg"/><Relationship Id="rId36" Type="http://schemas.openxmlformats.org/officeDocument/2006/relationships/image" Target="../media/image75.svg"/><Relationship Id="rId10" Type="http://schemas.openxmlformats.org/officeDocument/2006/relationships/image" Target="../media/image49.svg"/><Relationship Id="rId19" Type="http://schemas.openxmlformats.org/officeDocument/2006/relationships/image" Target="../media/image58.svg"/><Relationship Id="rId31" Type="http://schemas.openxmlformats.org/officeDocument/2006/relationships/image" Target="../media/image70.svg"/><Relationship Id="rId4" Type="http://schemas.openxmlformats.org/officeDocument/2006/relationships/image" Target="../media/image43.svg"/><Relationship Id="rId9" Type="http://schemas.openxmlformats.org/officeDocument/2006/relationships/image" Target="../media/image48.svg"/><Relationship Id="rId14" Type="http://schemas.openxmlformats.org/officeDocument/2006/relationships/image" Target="../media/image53.svg"/><Relationship Id="rId22" Type="http://schemas.openxmlformats.org/officeDocument/2006/relationships/image" Target="../media/image61.svg"/><Relationship Id="rId27" Type="http://schemas.openxmlformats.org/officeDocument/2006/relationships/image" Target="../media/image66.svg"/><Relationship Id="rId30" Type="http://schemas.openxmlformats.org/officeDocument/2006/relationships/image" Target="../media/image69.svg"/><Relationship Id="rId35" Type="http://schemas.openxmlformats.org/officeDocument/2006/relationships/image" Target="../media/image74.svg"/><Relationship Id="rId8" Type="http://schemas.openxmlformats.org/officeDocument/2006/relationships/image" Target="../media/image47.svg"/><Relationship Id="rId3" Type="http://schemas.openxmlformats.org/officeDocument/2006/relationships/image" Target="../media/image42.svg"/><Relationship Id="rId12" Type="http://schemas.openxmlformats.org/officeDocument/2006/relationships/image" Target="../media/image51.svg"/><Relationship Id="rId17" Type="http://schemas.openxmlformats.org/officeDocument/2006/relationships/image" Target="../media/image56.svg"/><Relationship Id="rId25" Type="http://schemas.openxmlformats.org/officeDocument/2006/relationships/image" Target="../media/image64.svg"/><Relationship Id="rId33" Type="http://schemas.openxmlformats.org/officeDocument/2006/relationships/image" Target="../media/image72.svg"/><Relationship Id="rId38" Type="http://schemas.openxmlformats.org/officeDocument/2006/relationships/image" Target="../media/image7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svg"/><Relationship Id="rId13" Type="http://schemas.openxmlformats.org/officeDocument/2006/relationships/image" Target="../media/image92.svg"/><Relationship Id="rId3" Type="http://schemas.openxmlformats.org/officeDocument/2006/relationships/image" Target="../media/image82.svg"/><Relationship Id="rId7" Type="http://schemas.openxmlformats.org/officeDocument/2006/relationships/image" Target="../media/image86.svg"/><Relationship Id="rId12" Type="http://schemas.openxmlformats.org/officeDocument/2006/relationships/image" Target="../media/image91.svg"/><Relationship Id="rId2" Type="http://schemas.openxmlformats.org/officeDocument/2006/relationships/image" Target="../media/image81.svg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85.svg"/><Relationship Id="rId11" Type="http://schemas.openxmlformats.org/officeDocument/2006/relationships/image" Target="../media/image90.svg"/><Relationship Id="rId5" Type="http://schemas.openxmlformats.org/officeDocument/2006/relationships/image" Target="../media/image84.svg"/><Relationship Id="rId15" Type="http://schemas.openxmlformats.org/officeDocument/2006/relationships/image" Target="../media/image94.svg"/><Relationship Id="rId10" Type="http://schemas.openxmlformats.org/officeDocument/2006/relationships/image" Target="../media/image89.svg"/><Relationship Id="rId4" Type="http://schemas.openxmlformats.org/officeDocument/2006/relationships/image" Target="../media/image83.svg"/><Relationship Id="rId9" Type="http://schemas.openxmlformats.org/officeDocument/2006/relationships/image" Target="../media/image88.svg"/><Relationship Id="rId14" Type="http://schemas.openxmlformats.org/officeDocument/2006/relationships/image" Target="../media/image9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svg"/><Relationship Id="rId7" Type="http://schemas.openxmlformats.org/officeDocument/2006/relationships/image" Target="../media/image100.svg"/><Relationship Id="rId2" Type="http://schemas.openxmlformats.org/officeDocument/2006/relationships/image" Target="../media/image95.sv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99.svg"/><Relationship Id="rId5" Type="http://schemas.openxmlformats.org/officeDocument/2006/relationships/image" Target="../media/image98.svg"/><Relationship Id="rId4" Type="http://schemas.openxmlformats.org/officeDocument/2006/relationships/image" Target="../media/image97.svg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24.svg"/><Relationship Id="rId21" Type="http://schemas.openxmlformats.org/officeDocument/2006/relationships/image" Target="../media/image119.svg"/><Relationship Id="rId42" Type="http://schemas.openxmlformats.org/officeDocument/2006/relationships/image" Target="../media/image140.svg"/><Relationship Id="rId47" Type="http://schemas.openxmlformats.org/officeDocument/2006/relationships/image" Target="../media/image145.svg"/><Relationship Id="rId63" Type="http://schemas.openxmlformats.org/officeDocument/2006/relationships/image" Target="../media/image161.svg"/><Relationship Id="rId68" Type="http://schemas.openxmlformats.org/officeDocument/2006/relationships/image" Target="../media/image166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14.svg"/><Relationship Id="rId29" Type="http://schemas.openxmlformats.org/officeDocument/2006/relationships/image" Target="../media/image127.svg"/><Relationship Id="rId11" Type="http://schemas.openxmlformats.org/officeDocument/2006/relationships/image" Target="../media/image109.svg"/><Relationship Id="rId24" Type="http://schemas.openxmlformats.org/officeDocument/2006/relationships/image" Target="../media/image122.svg"/><Relationship Id="rId32" Type="http://schemas.openxmlformats.org/officeDocument/2006/relationships/image" Target="../media/image130.svg"/><Relationship Id="rId37" Type="http://schemas.openxmlformats.org/officeDocument/2006/relationships/image" Target="../media/image135.svg"/><Relationship Id="rId40" Type="http://schemas.openxmlformats.org/officeDocument/2006/relationships/image" Target="../media/image138.svg"/><Relationship Id="rId45" Type="http://schemas.openxmlformats.org/officeDocument/2006/relationships/image" Target="../media/image143.svg"/><Relationship Id="rId53" Type="http://schemas.openxmlformats.org/officeDocument/2006/relationships/image" Target="../media/image151.svg"/><Relationship Id="rId58" Type="http://schemas.openxmlformats.org/officeDocument/2006/relationships/image" Target="../media/image156.svg"/><Relationship Id="rId66" Type="http://schemas.openxmlformats.org/officeDocument/2006/relationships/image" Target="../media/image164.svg"/><Relationship Id="rId74" Type="http://schemas.openxmlformats.org/officeDocument/2006/relationships/image" Target="../media/image172.svg"/><Relationship Id="rId5" Type="http://schemas.openxmlformats.org/officeDocument/2006/relationships/image" Target="../media/image103.svg"/><Relationship Id="rId61" Type="http://schemas.openxmlformats.org/officeDocument/2006/relationships/image" Target="../media/image159.svg"/><Relationship Id="rId19" Type="http://schemas.openxmlformats.org/officeDocument/2006/relationships/image" Target="../media/image117.svg"/><Relationship Id="rId14" Type="http://schemas.openxmlformats.org/officeDocument/2006/relationships/image" Target="../media/image112.svg"/><Relationship Id="rId22" Type="http://schemas.openxmlformats.org/officeDocument/2006/relationships/image" Target="../media/image120.svg"/><Relationship Id="rId27" Type="http://schemas.openxmlformats.org/officeDocument/2006/relationships/image" Target="../media/image125.svg"/><Relationship Id="rId30" Type="http://schemas.openxmlformats.org/officeDocument/2006/relationships/image" Target="../media/image128.svg"/><Relationship Id="rId35" Type="http://schemas.openxmlformats.org/officeDocument/2006/relationships/image" Target="../media/image133.svg"/><Relationship Id="rId43" Type="http://schemas.openxmlformats.org/officeDocument/2006/relationships/image" Target="../media/image141.svg"/><Relationship Id="rId48" Type="http://schemas.openxmlformats.org/officeDocument/2006/relationships/image" Target="../media/image146.svg"/><Relationship Id="rId56" Type="http://schemas.openxmlformats.org/officeDocument/2006/relationships/image" Target="../media/image154.svg"/><Relationship Id="rId64" Type="http://schemas.openxmlformats.org/officeDocument/2006/relationships/image" Target="../media/image162.svg"/><Relationship Id="rId69" Type="http://schemas.openxmlformats.org/officeDocument/2006/relationships/image" Target="../media/image167.svg"/><Relationship Id="rId8" Type="http://schemas.openxmlformats.org/officeDocument/2006/relationships/image" Target="../media/image106.svg"/><Relationship Id="rId51" Type="http://schemas.openxmlformats.org/officeDocument/2006/relationships/image" Target="../media/image149.svg"/><Relationship Id="rId72" Type="http://schemas.openxmlformats.org/officeDocument/2006/relationships/image" Target="../media/image170.svg"/><Relationship Id="rId3" Type="http://schemas.openxmlformats.org/officeDocument/2006/relationships/image" Target="../media/image101.svg"/><Relationship Id="rId12" Type="http://schemas.openxmlformats.org/officeDocument/2006/relationships/image" Target="../media/image110.svg"/><Relationship Id="rId17" Type="http://schemas.openxmlformats.org/officeDocument/2006/relationships/image" Target="../media/image115.svg"/><Relationship Id="rId25" Type="http://schemas.openxmlformats.org/officeDocument/2006/relationships/image" Target="../media/image123.svg"/><Relationship Id="rId33" Type="http://schemas.openxmlformats.org/officeDocument/2006/relationships/image" Target="../media/image131.svg"/><Relationship Id="rId38" Type="http://schemas.openxmlformats.org/officeDocument/2006/relationships/image" Target="../media/image136.svg"/><Relationship Id="rId46" Type="http://schemas.openxmlformats.org/officeDocument/2006/relationships/image" Target="../media/image144.svg"/><Relationship Id="rId59" Type="http://schemas.openxmlformats.org/officeDocument/2006/relationships/image" Target="../media/image157.svg"/><Relationship Id="rId67" Type="http://schemas.openxmlformats.org/officeDocument/2006/relationships/image" Target="../media/image165.svg"/><Relationship Id="rId20" Type="http://schemas.openxmlformats.org/officeDocument/2006/relationships/image" Target="../media/image118.svg"/><Relationship Id="rId41" Type="http://schemas.openxmlformats.org/officeDocument/2006/relationships/image" Target="../media/image139.svg"/><Relationship Id="rId54" Type="http://schemas.openxmlformats.org/officeDocument/2006/relationships/image" Target="../media/image152.svg"/><Relationship Id="rId62" Type="http://schemas.openxmlformats.org/officeDocument/2006/relationships/image" Target="../media/image160.svg"/><Relationship Id="rId70" Type="http://schemas.openxmlformats.org/officeDocument/2006/relationships/image" Target="../media/image168.svg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104.svg"/><Relationship Id="rId15" Type="http://schemas.openxmlformats.org/officeDocument/2006/relationships/image" Target="../media/image113.svg"/><Relationship Id="rId23" Type="http://schemas.openxmlformats.org/officeDocument/2006/relationships/image" Target="../media/image121.svg"/><Relationship Id="rId28" Type="http://schemas.openxmlformats.org/officeDocument/2006/relationships/image" Target="../media/image126.svg"/><Relationship Id="rId36" Type="http://schemas.openxmlformats.org/officeDocument/2006/relationships/image" Target="../media/image134.svg"/><Relationship Id="rId49" Type="http://schemas.openxmlformats.org/officeDocument/2006/relationships/image" Target="../media/image147.svg"/><Relationship Id="rId57" Type="http://schemas.openxmlformats.org/officeDocument/2006/relationships/image" Target="../media/image155.svg"/><Relationship Id="rId10" Type="http://schemas.openxmlformats.org/officeDocument/2006/relationships/image" Target="../media/image108.svg"/><Relationship Id="rId31" Type="http://schemas.openxmlformats.org/officeDocument/2006/relationships/image" Target="../media/image129.svg"/><Relationship Id="rId44" Type="http://schemas.openxmlformats.org/officeDocument/2006/relationships/image" Target="../media/image142.svg"/><Relationship Id="rId52" Type="http://schemas.openxmlformats.org/officeDocument/2006/relationships/image" Target="../media/image150.svg"/><Relationship Id="rId60" Type="http://schemas.openxmlformats.org/officeDocument/2006/relationships/image" Target="../media/image158.svg"/><Relationship Id="rId65" Type="http://schemas.openxmlformats.org/officeDocument/2006/relationships/image" Target="../media/image163.svg"/><Relationship Id="rId73" Type="http://schemas.openxmlformats.org/officeDocument/2006/relationships/image" Target="../media/image171.svg"/><Relationship Id="rId4" Type="http://schemas.openxmlformats.org/officeDocument/2006/relationships/image" Target="../media/image102.svg"/><Relationship Id="rId9" Type="http://schemas.openxmlformats.org/officeDocument/2006/relationships/image" Target="../media/image107.svg"/><Relationship Id="rId13" Type="http://schemas.openxmlformats.org/officeDocument/2006/relationships/image" Target="../media/image111.svg"/><Relationship Id="rId18" Type="http://schemas.openxmlformats.org/officeDocument/2006/relationships/image" Target="../media/image116.svg"/><Relationship Id="rId39" Type="http://schemas.openxmlformats.org/officeDocument/2006/relationships/image" Target="../media/image137.svg"/><Relationship Id="rId34" Type="http://schemas.openxmlformats.org/officeDocument/2006/relationships/image" Target="../media/image132.svg"/><Relationship Id="rId50" Type="http://schemas.openxmlformats.org/officeDocument/2006/relationships/image" Target="../media/image148.svg"/><Relationship Id="rId55" Type="http://schemas.openxmlformats.org/officeDocument/2006/relationships/image" Target="../media/image153.svg"/><Relationship Id="rId7" Type="http://schemas.openxmlformats.org/officeDocument/2006/relationships/image" Target="../media/image105.svg"/><Relationship Id="rId71" Type="http://schemas.openxmlformats.org/officeDocument/2006/relationships/image" Target="../media/image169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svg"/><Relationship Id="rId13" Type="http://schemas.openxmlformats.org/officeDocument/2006/relationships/image" Target="../media/image184.svg"/><Relationship Id="rId18" Type="http://schemas.openxmlformats.org/officeDocument/2006/relationships/image" Target="../media/image189.svg"/><Relationship Id="rId3" Type="http://schemas.openxmlformats.org/officeDocument/2006/relationships/image" Target="../media/image174.svg"/><Relationship Id="rId7" Type="http://schemas.openxmlformats.org/officeDocument/2006/relationships/image" Target="../media/image178.svg"/><Relationship Id="rId12" Type="http://schemas.openxmlformats.org/officeDocument/2006/relationships/image" Target="../media/image183.svg"/><Relationship Id="rId17" Type="http://schemas.openxmlformats.org/officeDocument/2006/relationships/image" Target="../media/image188.svg"/><Relationship Id="rId2" Type="http://schemas.openxmlformats.org/officeDocument/2006/relationships/image" Target="../media/image173.svg"/><Relationship Id="rId16" Type="http://schemas.openxmlformats.org/officeDocument/2006/relationships/image" Target="../media/image187.svg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177.svg"/><Relationship Id="rId11" Type="http://schemas.openxmlformats.org/officeDocument/2006/relationships/image" Target="../media/image182.svg"/><Relationship Id="rId5" Type="http://schemas.openxmlformats.org/officeDocument/2006/relationships/image" Target="../media/image176.svg"/><Relationship Id="rId15" Type="http://schemas.openxmlformats.org/officeDocument/2006/relationships/image" Target="../media/image186.svg"/><Relationship Id="rId10" Type="http://schemas.openxmlformats.org/officeDocument/2006/relationships/image" Target="../media/image181.svg"/><Relationship Id="rId4" Type="http://schemas.openxmlformats.org/officeDocument/2006/relationships/image" Target="../media/image175.svg"/><Relationship Id="rId9" Type="http://schemas.openxmlformats.org/officeDocument/2006/relationships/image" Target="../media/image180.svg"/><Relationship Id="rId14" Type="http://schemas.openxmlformats.org/officeDocument/2006/relationships/image" Target="../media/image18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svg"/><Relationship Id="rId13" Type="http://schemas.openxmlformats.org/officeDocument/2006/relationships/image" Target="../media/image201.svg"/><Relationship Id="rId18" Type="http://schemas.openxmlformats.org/officeDocument/2006/relationships/image" Target="../media/image206.svg"/><Relationship Id="rId26" Type="http://schemas.openxmlformats.org/officeDocument/2006/relationships/image" Target="../media/image213.svg"/><Relationship Id="rId3" Type="http://schemas.openxmlformats.org/officeDocument/2006/relationships/image" Target="../media/image191.svg"/><Relationship Id="rId21" Type="http://schemas.openxmlformats.org/officeDocument/2006/relationships/image" Target="../media/image209.svg"/><Relationship Id="rId7" Type="http://schemas.openxmlformats.org/officeDocument/2006/relationships/image" Target="../media/image195.svg"/><Relationship Id="rId12" Type="http://schemas.openxmlformats.org/officeDocument/2006/relationships/image" Target="../media/image200.svg"/><Relationship Id="rId17" Type="http://schemas.openxmlformats.org/officeDocument/2006/relationships/image" Target="../media/image205.svg"/><Relationship Id="rId25" Type="http://schemas.openxmlformats.org/officeDocument/2006/relationships/image" Target="../media/image212.svg"/><Relationship Id="rId2" Type="http://schemas.openxmlformats.org/officeDocument/2006/relationships/image" Target="../media/image190.svg"/><Relationship Id="rId16" Type="http://schemas.openxmlformats.org/officeDocument/2006/relationships/image" Target="../media/image204.svg"/><Relationship Id="rId20" Type="http://schemas.openxmlformats.org/officeDocument/2006/relationships/image" Target="../media/image208.svg"/><Relationship Id="rId29" Type="http://schemas.openxmlformats.org/officeDocument/2006/relationships/image" Target="../media/image216.sv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194.svg"/><Relationship Id="rId11" Type="http://schemas.openxmlformats.org/officeDocument/2006/relationships/image" Target="../media/image199.svg"/><Relationship Id="rId24" Type="http://schemas.openxmlformats.org/officeDocument/2006/relationships/image" Target="../media/image104.svg"/><Relationship Id="rId32" Type="http://schemas.openxmlformats.org/officeDocument/2006/relationships/image" Target="../media/image219.svg"/><Relationship Id="rId5" Type="http://schemas.openxmlformats.org/officeDocument/2006/relationships/image" Target="../media/image193.svg"/><Relationship Id="rId15" Type="http://schemas.openxmlformats.org/officeDocument/2006/relationships/image" Target="../media/image203.svg"/><Relationship Id="rId23" Type="http://schemas.openxmlformats.org/officeDocument/2006/relationships/image" Target="../media/image211.svg"/><Relationship Id="rId28" Type="http://schemas.openxmlformats.org/officeDocument/2006/relationships/image" Target="../media/image215.svg"/><Relationship Id="rId10" Type="http://schemas.openxmlformats.org/officeDocument/2006/relationships/image" Target="../media/image198.svg"/><Relationship Id="rId19" Type="http://schemas.openxmlformats.org/officeDocument/2006/relationships/image" Target="../media/image207.svg"/><Relationship Id="rId31" Type="http://schemas.openxmlformats.org/officeDocument/2006/relationships/image" Target="../media/image218.svg"/><Relationship Id="rId4" Type="http://schemas.openxmlformats.org/officeDocument/2006/relationships/image" Target="../media/image192.svg"/><Relationship Id="rId9" Type="http://schemas.openxmlformats.org/officeDocument/2006/relationships/image" Target="../media/image197.svg"/><Relationship Id="rId14" Type="http://schemas.openxmlformats.org/officeDocument/2006/relationships/image" Target="../media/image202.svg"/><Relationship Id="rId22" Type="http://schemas.openxmlformats.org/officeDocument/2006/relationships/image" Target="../media/image210.svg"/><Relationship Id="rId27" Type="http://schemas.openxmlformats.org/officeDocument/2006/relationships/image" Target="../media/image214.svg"/><Relationship Id="rId30" Type="http://schemas.openxmlformats.org/officeDocument/2006/relationships/image" Target="../media/image217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5.svg"/><Relationship Id="rId13" Type="http://schemas.openxmlformats.org/officeDocument/2006/relationships/image" Target="../media/image230.svg"/><Relationship Id="rId3" Type="http://schemas.openxmlformats.org/officeDocument/2006/relationships/image" Target="../media/image221.svg"/><Relationship Id="rId7" Type="http://schemas.openxmlformats.org/officeDocument/2006/relationships/image" Target="../media/image224.svg"/><Relationship Id="rId12" Type="http://schemas.openxmlformats.org/officeDocument/2006/relationships/image" Target="../media/image229.svg"/><Relationship Id="rId17" Type="http://schemas.openxmlformats.org/officeDocument/2006/relationships/image" Target="../media/image234.svg"/><Relationship Id="rId2" Type="http://schemas.openxmlformats.org/officeDocument/2006/relationships/image" Target="../media/image220.svg"/><Relationship Id="rId16" Type="http://schemas.openxmlformats.org/officeDocument/2006/relationships/image" Target="../media/image233.svg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223.svg"/><Relationship Id="rId11" Type="http://schemas.openxmlformats.org/officeDocument/2006/relationships/image" Target="../media/image228.svg"/><Relationship Id="rId5" Type="http://schemas.openxmlformats.org/officeDocument/2006/relationships/image" Target="../media/image217.svg"/><Relationship Id="rId15" Type="http://schemas.openxmlformats.org/officeDocument/2006/relationships/image" Target="../media/image232.svg"/><Relationship Id="rId10" Type="http://schemas.openxmlformats.org/officeDocument/2006/relationships/image" Target="../media/image227.svg"/><Relationship Id="rId4" Type="http://schemas.openxmlformats.org/officeDocument/2006/relationships/image" Target="../media/image222.svg"/><Relationship Id="rId9" Type="http://schemas.openxmlformats.org/officeDocument/2006/relationships/image" Target="../media/image226.svg"/><Relationship Id="rId14" Type="http://schemas.openxmlformats.org/officeDocument/2006/relationships/image" Target="../media/image231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6DE1267-1507-5F46-A3B5-0452279BC7F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anchor="ctr"/>
          <a:lstStyle/>
          <a:p>
            <a:pPr>
              <a:lnSpc>
                <a:spcPct val="100000"/>
              </a:lnSpc>
              <a:spcBef>
                <a:spcPts val="1000"/>
              </a:spcBef>
            </a:pPr>
            <a:endParaRPr lang="fr-FR" sz="4000"/>
          </a:p>
          <a:p>
            <a:pPr>
              <a:lnSpc>
                <a:spcPts val="4000"/>
              </a:lnSpc>
              <a:spcBef>
                <a:spcPts val="0"/>
              </a:spcBef>
            </a:pPr>
            <a:r>
              <a:rPr lang="fr-FR">
                <a:solidFill>
                  <a:schemeClr val="bg1"/>
                </a:solidFill>
              </a:rPr>
              <a:t>CEVA ICONS LIBRARY</a:t>
            </a: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5" name="Triangle rectangle 4">
            <a:extLst>
              <a:ext uri="{FF2B5EF4-FFF2-40B4-BE49-F238E27FC236}">
                <a16:creationId xmlns:a16="http://schemas.microsoft.com/office/drawing/2014/main" id="{82AB8B4D-A077-F741-9690-3A5D571A538D}"/>
              </a:ext>
            </a:extLst>
          </p:cNvPr>
          <p:cNvSpPr/>
          <p:nvPr/>
        </p:nvSpPr>
        <p:spPr>
          <a:xfrm>
            <a:off x="0" y="3429000"/>
            <a:ext cx="828137" cy="34290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 descr="Une image contenant dessin&#10;&#10;Description générée automatiquement">
            <a:extLst>
              <a:ext uri="{FF2B5EF4-FFF2-40B4-BE49-F238E27FC236}">
                <a16:creationId xmlns:a16="http://schemas.microsoft.com/office/drawing/2014/main" id="{ED83956E-3E82-FC23-AF6A-1BE0E9FE5B2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5898" y="505661"/>
            <a:ext cx="3455947" cy="174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756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28872-4001-9391-708E-E6C0645A6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Business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D2E76D-BE3F-C022-FD9D-71919CF91A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ICON LIBRARY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0711E6-256C-E02C-5E34-9AF0982911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Contract Logistics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7A42335-B8E3-5B68-CA63-DFE1BDC11B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Delivery   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8187E95-2412-14D4-9037-4DA265A0B7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4706" y="1744979"/>
            <a:ext cx="556260" cy="35814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ED942352-09F0-ABB4-CEC3-C108BA0C41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11089" y="1666874"/>
            <a:ext cx="454343" cy="51435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9D26D17-0F12-EE98-764A-D9D4E0A698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15555" y="1726882"/>
            <a:ext cx="428625" cy="394335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C46F7B2C-484F-547C-EC56-D820A43CB3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94303" y="1675447"/>
            <a:ext cx="394335" cy="497205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DC82F20E-3B4F-D2C3-0453-0E7EE611FC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38761" y="1636870"/>
            <a:ext cx="642938" cy="574358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CB53827B-7E77-E7EC-B13E-4541C9D2CF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31822" y="1675447"/>
            <a:ext cx="437198" cy="497205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C8A2C5D4-F337-BC8B-5F69-10A290E8DB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19143" y="1684019"/>
            <a:ext cx="308610" cy="48006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C21CBE16-994B-9EB5-ABB3-B149CB7424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77876" y="1756885"/>
            <a:ext cx="385763" cy="334328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1FA50A02-8ACF-425C-8AFF-D9DA09E09C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13762" y="1718309"/>
            <a:ext cx="737235" cy="411480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4D4B525E-22C6-149C-67B6-D8EA802225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01120" y="1692592"/>
            <a:ext cx="531495" cy="462915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CB3CC6D0-9839-C841-D1CC-35815215A0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982738" y="1714023"/>
            <a:ext cx="377190" cy="420053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C2F26055-9D31-7683-4098-7D0A760226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610051" y="1624012"/>
            <a:ext cx="694373" cy="600075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5C0AD28F-8B70-1EFB-A5ED-92035C1447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554547" y="1641157"/>
            <a:ext cx="368618" cy="565785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AC4D79E0-74B4-A263-5669-869094D760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173288" y="1679733"/>
            <a:ext cx="394335" cy="488633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5FFB1DC0-2DF6-F2D3-94FF-2FE52B063B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817746" y="1671160"/>
            <a:ext cx="437198" cy="505778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378C6132-5C26-9DD9-7F24-3A4993E089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07824" y="3432578"/>
            <a:ext cx="668655" cy="557213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D1B00416-9822-4AFB-1F4C-09470CDC94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491339" y="3493208"/>
            <a:ext cx="480060" cy="428625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7AA8AA5C-3678-9276-5007-4AABE6E079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186259" y="3474158"/>
            <a:ext cx="565785" cy="462915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B041D55F-66AE-3331-BFB6-D4A6761B7C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966904" y="3536070"/>
            <a:ext cx="402908" cy="351473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7E2F49BD-9E48-FCFF-F5AC-0B09E128C1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584672" y="3526545"/>
            <a:ext cx="437198" cy="368618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551E0041-110C-5AC9-12C0-E155B5B319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236730" y="3417008"/>
            <a:ext cx="411480" cy="565785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A94A58DB-5195-FA48-D474-991F1E198B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863070" y="3483682"/>
            <a:ext cx="385763" cy="445770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67E700FA-4A70-5A83-B658-9B3C8F3239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463693" y="3531308"/>
            <a:ext cx="420053" cy="360045"/>
          </a:xfrm>
          <a:prstGeom prst="rect">
            <a:avLst/>
          </a:prstGeom>
        </p:spPr>
      </p:pic>
      <p:pic>
        <p:nvPicPr>
          <p:cNvPr id="69" name="Graphic 68">
            <a:extLst>
              <a:ext uri="{FF2B5EF4-FFF2-40B4-BE49-F238E27FC236}">
                <a16:creationId xmlns:a16="http://schemas.microsoft.com/office/drawing/2014/main" id="{D91EFB9A-A083-ECBD-7704-11CA272613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098606" y="3436058"/>
            <a:ext cx="591503" cy="531495"/>
          </a:xfrm>
          <a:prstGeom prst="rect">
            <a:avLst/>
          </a:prstGeom>
        </p:spPr>
      </p:pic>
      <p:pic>
        <p:nvPicPr>
          <p:cNvPr id="73" name="Graphic 72">
            <a:extLst>
              <a:ext uri="{FF2B5EF4-FFF2-40B4-BE49-F238E27FC236}">
                <a16:creationId xmlns:a16="http://schemas.microsoft.com/office/drawing/2014/main" id="{B8096A59-BCC2-B219-1465-1E7EC5DBD7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904969" y="3507495"/>
            <a:ext cx="514350" cy="402908"/>
          </a:xfrm>
          <a:prstGeom prst="rect">
            <a:avLst/>
          </a:prstGeom>
        </p:spPr>
      </p:pic>
      <p:pic>
        <p:nvPicPr>
          <p:cNvPr id="75" name="Graphic 74">
            <a:extLst>
              <a:ext uri="{FF2B5EF4-FFF2-40B4-BE49-F238E27FC236}">
                <a16:creationId xmlns:a16="http://schemas.microsoft.com/office/drawing/2014/main" id="{FB7DBF5F-3E6C-DDAA-485A-776C8DA6ED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634179" y="3493208"/>
            <a:ext cx="488633" cy="428625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0BE9A7E3-DF90-0881-1499-D7A623FFA9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337672" y="3464632"/>
            <a:ext cx="720090" cy="480060"/>
          </a:xfrm>
          <a:prstGeom prst="rect">
            <a:avLst/>
          </a:prstGeom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102AC0DD-A0F8-5EC5-B47C-579B9C1FB7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272622" y="3526545"/>
            <a:ext cx="634365" cy="368618"/>
          </a:xfrm>
          <a:prstGeom prst="rect">
            <a:avLst/>
          </a:prstGeom>
        </p:spPr>
      </p:pic>
      <p:pic>
        <p:nvPicPr>
          <p:cNvPr id="81" name="Graphic 80">
            <a:extLst>
              <a:ext uri="{FF2B5EF4-FFF2-40B4-BE49-F238E27FC236}">
                <a16:creationId xmlns:a16="http://schemas.microsoft.com/office/drawing/2014/main" id="{E6E8C4F2-E2DF-C362-DAFA-441461639D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0121852" y="3455108"/>
            <a:ext cx="497205" cy="497205"/>
          </a:xfrm>
          <a:prstGeom prst="rect">
            <a:avLst/>
          </a:prstGeom>
        </p:spPr>
      </p:pic>
      <p:pic>
        <p:nvPicPr>
          <p:cNvPr id="83" name="Graphic 82">
            <a:extLst>
              <a:ext uri="{FF2B5EF4-FFF2-40B4-BE49-F238E27FC236}">
                <a16:creationId xmlns:a16="http://schemas.microsoft.com/office/drawing/2014/main" id="{A05E4CC9-C01B-AF84-7E36-458CE149F2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63061" y="5158863"/>
            <a:ext cx="476250" cy="447675"/>
          </a:xfrm>
          <a:prstGeom prst="rect">
            <a:avLst/>
          </a:prstGeom>
        </p:spPr>
      </p:pic>
      <p:pic>
        <p:nvPicPr>
          <p:cNvPr id="85" name="Graphic 84">
            <a:extLst>
              <a:ext uri="{FF2B5EF4-FFF2-40B4-BE49-F238E27FC236}">
                <a16:creationId xmlns:a16="http://schemas.microsoft.com/office/drawing/2014/main" id="{14E02DB8-2F8F-8D67-53B3-76A166AD22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387629" y="5155529"/>
            <a:ext cx="540068" cy="454343"/>
          </a:xfrm>
          <a:prstGeom prst="rect">
            <a:avLst/>
          </a:prstGeom>
        </p:spPr>
      </p:pic>
      <p:pic>
        <p:nvPicPr>
          <p:cNvPr id="87" name="Graphic 86">
            <a:extLst>
              <a:ext uri="{FF2B5EF4-FFF2-40B4-BE49-F238E27FC236}">
                <a16:creationId xmlns:a16="http://schemas.microsoft.com/office/drawing/2014/main" id="{B0484A5C-6863-8AB5-B7E1-429A8EF959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2176015" y="5220775"/>
            <a:ext cx="476250" cy="323850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4981F879-1BA3-5B5B-B357-6CA2B8DCC1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2900583" y="5134098"/>
            <a:ext cx="591503" cy="497205"/>
          </a:xfrm>
          <a:prstGeom prst="rect">
            <a:avLst/>
          </a:prstGeom>
        </p:spPr>
      </p:pic>
      <p:pic>
        <p:nvPicPr>
          <p:cNvPr id="91" name="Graphic 90">
            <a:extLst>
              <a:ext uri="{FF2B5EF4-FFF2-40B4-BE49-F238E27FC236}">
                <a16:creationId xmlns:a16="http://schemas.microsoft.com/office/drawing/2014/main" id="{6B899ECE-7AAD-3D01-626D-F0FA4EE615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3740404" y="5082663"/>
            <a:ext cx="600075" cy="600075"/>
          </a:xfrm>
          <a:prstGeom prst="rect">
            <a:avLst/>
          </a:prstGeom>
        </p:spPr>
      </p:pic>
      <p:pic>
        <p:nvPicPr>
          <p:cNvPr id="93" name="Graphic 92">
            <a:extLst>
              <a:ext uri="{FF2B5EF4-FFF2-40B4-BE49-F238E27FC236}">
                <a16:creationId xmlns:a16="http://schemas.microsoft.com/office/drawing/2014/main" id="{BDB0DFC2-1246-0647-17F7-694FF247F6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4588797" y="5116000"/>
            <a:ext cx="701040" cy="533400"/>
          </a:xfrm>
          <a:prstGeom prst="rect">
            <a:avLst/>
          </a:prstGeom>
        </p:spPr>
      </p:pic>
      <p:pic>
        <p:nvPicPr>
          <p:cNvPr id="95" name="Graphic 94">
            <a:extLst>
              <a:ext uri="{FF2B5EF4-FFF2-40B4-BE49-F238E27FC236}">
                <a16:creationId xmlns:a16="http://schemas.microsoft.com/office/drawing/2014/main" id="{AA26F98B-64C7-30C3-3104-632B57C6A3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5538155" y="5177913"/>
            <a:ext cx="466725" cy="409575"/>
          </a:xfrm>
          <a:prstGeom prst="rect">
            <a:avLst/>
          </a:prstGeom>
        </p:spPr>
      </p:pic>
      <p:pic>
        <p:nvPicPr>
          <p:cNvPr id="97" name="Graphic 96">
            <a:extLst>
              <a:ext uri="{FF2B5EF4-FFF2-40B4-BE49-F238E27FC236}">
                <a16:creationId xmlns:a16="http://schemas.microsoft.com/office/drawing/2014/main" id="{102BCBE2-3573-BF30-EBD6-5C6A871D48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6253195" y="5202678"/>
            <a:ext cx="660083" cy="360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566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28872-4001-9391-708E-E6C0645A6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Freight Management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D2E76D-BE3F-C022-FD9D-71919CF91A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ICON LIBRARY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7A42335-B8E3-5B68-CA63-DFE1BDC11B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Maps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32ED584-23D2-0891-0E4E-308E00D263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6474" y="1693228"/>
            <a:ext cx="670560" cy="46482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B8D4222D-733A-FD61-42CE-12C0CD19CD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65186" y="1737043"/>
            <a:ext cx="1054418" cy="37719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0D9E03B-F09D-2254-CF13-0F549F2A5E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87839" y="1737043"/>
            <a:ext cx="1028700" cy="37719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6322ABF5-B053-FB21-ED00-74D512218B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84774" y="1737043"/>
            <a:ext cx="857250" cy="37719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D5A03959-A962-A72E-5E0C-9782F5A33C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10259" y="1724184"/>
            <a:ext cx="591503" cy="402908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0AC9888-74C9-9CA7-1E74-7532098193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69997" y="1707039"/>
            <a:ext cx="797243" cy="437198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16C7530E-427A-49C1-3EC9-B16CC4864B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35475" y="1638459"/>
            <a:ext cx="471488" cy="574358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7321EC6C-4288-F6C4-900A-A504AC0668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75198" y="1697038"/>
            <a:ext cx="447675" cy="457200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C31633F3-7C07-381F-9794-22A14D548D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91108" y="1681322"/>
            <a:ext cx="385763" cy="488633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02B1378F-B8AB-6147-029E-65733B7AB0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45106" y="1754188"/>
            <a:ext cx="591503" cy="34290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14770359-94FB-731D-9A57-1A2DE625F9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204844" y="1706563"/>
            <a:ext cx="447675" cy="43815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6CA49E4C-7035-25FD-DCD5-936FD33CA6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20750" y="1689894"/>
            <a:ext cx="402908" cy="471488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3FC896A7-912E-73D4-3D64-5543526B74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98593" y="2605927"/>
            <a:ext cx="677228" cy="437198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F85957EA-3BF4-9A10-3534-E63784ADE8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461742" y="2545920"/>
            <a:ext cx="565785" cy="557213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AB995AAF-5B6D-86B2-6EB7-C3F7342F87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213448" y="2576876"/>
            <a:ext cx="676275" cy="495300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6BD3EA2E-3695-523B-0F1E-438D6CCADC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075644" y="2676889"/>
            <a:ext cx="533400" cy="295275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F4D47F48-29C0-F239-4D07-0B198DEADA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794965" y="2593069"/>
            <a:ext cx="728663" cy="462915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32DFDFF2-6EC3-6C8B-FFC1-D64CDA95EC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709549" y="2563065"/>
            <a:ext cx="385763" cy="522923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719BFAB3-352F-9329-E119-DEB5F821F8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281233" y="2640217"/>
            <a:ext cx="720090" cy="368618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5AE7E617-D181-AC1C-D718-2ED0D776A2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187244" y="2567351"/>
            <a:ext cx="651510" cy="514350"/>
          </a:xfrm>
          <a:prstGeom prst="rect">
            <a:avLst/>
          </a:prstGeom>
        </p:spPr>
      </p:pic>
      <p:pic>
        <p:nvPicPr>
          <p:cNvPr id="65" name="Graphic 64">
            <a:extLst>
              <a:ext uri="{FF2B5EF4-FFF2-40B4-BE49-F238E27FC236}">
                <a16:creationId xmlns:a16="http://schemas.microsoft.com/office/drawing/2014/main" id="{D53C3909-31F7-E787-9123-2FFFAB17D6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024675" y="2584496"/>
            <a:ext cx="462915" cy="480060"/>
          </a:xfrm>
          <a:prstGeom prst="rect">
            <a:avLst/>
          </a:prstGeom>
        </p:spPr>
      </p:pic>
      <p:pic>
        <p:nvPicPr>
          <p:cNvPr id="67" name="Graphic 66">
            <a:extLst>
              <a:ext uri="{FF2B5EF4-FFF2-40B4-BE49-F238E27FC236}">
                <a16:creationId xmlns:a16="http://schemas.microsoft.com/office/drawing/2014/main" id="{7815D718-AB35-57CE-B512-58D05A719F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673511" y="2545920"/>
            <a:ext cx="668655" cy="557213"/>
          </a:xfrm>
          <a:prstGeom prst="rect">
            <a:avLst/>
          </a:prstGeom>
        </p:spPr>
      </p:pic>
      <p:pic>
        <p:nvPicPr>
          <p:cNvPr id="69" name="Graphic 68">
            <a:extLst>
              <a:ext uri="{FF2B5EF4-FFF2-40B4-BE49-F238E27FC236}">
                <a16:creationId xmlns:a16="http://schemas.microsoft.com/office/drawing/2014/main" id="{13925E9A-3FB0-82C0-82AB-0A2C85AD53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528087" y="2571637"/>
            <a:ext cx="505778" cy="505778"/>
          </a:xfrm>
          <a:prstGeom prst="rect">
            <a:avLst/>
          </a:prstGeom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36AF7C5A-2C80-9DAE-2924-990A21F2AC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219786" y="2550206"/>
            <a:ext cx="514350" cy="548640"/>
          </a:xfrm>
          <a:prstGeom prst="rect">
            <a:avLst/>
          </a:prstGeom>
        </p:spPr>
      </p:pic>
      <p:pic>
        <p:nvPicPr>
          <p:cNvPr id="73" name="Graphic 72">
            <a:extLst>
              <a:ext uri="{FF2B5EF4-FFF2-40B4-BE49-F238E27FC236}">
                <a16:creationId xmlns:a16="http://schemas.microsoft.com/office/drawing/2014/main" id="{07444AF8-7411-4C44-361F-3A547EE297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920057" y="2553064"/>
            <a:ext cx="476250" cy="542925"/>
          </a:xfrm>
          <a:prstGeom prst="rect">
            <a:avLst/>
          </a:prstGeom>
        </p:spPr>
      </p:pic>
      <p:pic>
        <p:nvPicPr>
          <p:cNvPr id="75" name="Graphic 74">
            <a:extLst>
              <a:ext uri="{FF2B5EF4-FFF2-40B4-BE49-F238E27FC236}">
                <a16:creationId xmlns:a16="http://schemas.microsoft.com/office/drawing/2014/main" id="{07B568C8-7596-D938-BE50-9C0B0ED01F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582228" y="2605451"/>
            <a:ext cx="647700" cy="438150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AC13B386-1B5B-542E-F722-6CDED24DEF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98163" y="3513856"/>
            <a:ext cx="600075" cy="420053"/>
          </a:xfrm>
          <a:prstGeom prst="rect">
            <a:avLst/>
          </a:prstGeom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F522BADC-5FA5-2F3D-3D1B-A5213CCD62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445269" y="3449562"/>
            <a:ext cx="360045" cy="548640"/>
          </a:xfrm>
          <a:prstGeom prst="rect">
            <a:avLst/>
          </a:prstGeom>
        </p:spPr>
      </p:pic>
      <p:pic>
        <p:nvPicPr>
          <p:cNvPr id="81" name="Graphic 80">
            <a:extLst>
              <a:ext uri="{FF2B5EF4-FFF2-40B4-BE49-F238E27FC236}">
                <a16:creationId xmlns:a16="http://schemas.microsoft.com/office/drawing/2014/main" id="{36B87C8F-792A-EB73-CDA4-8647056FC6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598593" y="5116447"/>
            <a:ext cx="428625" cy="428625"/>
          </a:xfrm>
          <a:prstGeom prst="rect">
            <a:avLst/>
          </a:prstGeom>
        </p:spPr>
      </p:pic>
      <p:pic>
        <p:nvPicPr>
          <p:cNvPr id="83" name="Graphic 82">
            <a:extLst>
              <a:ext uri="{FF2B5EF4-FFF2-40B4-BE49-F238E27FC236}">
                <a16:creationId xmlns:a16="http://schemas.microsoft.com/office/drawing/2014/main" id="{F36B1A14-1480-135E-8582-ACB9431EAB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295494" y="5116447"/>
            <a:ext cx="428625" cy="428625"/>
          </a:xfrm>
          <a:prstGeom prst="rect">
            <a:avLst/>
          </a:prstGeom>
        </p:spPr>
      </p:pic>
      <p:pic>
        <p:nvPicPr>
          <p:cNvPr id="85" name="Graphic 84">
            <a:extLst>
              <a:ext uri="{FF2B5EF4-FFF2-40B4-BE49-F238E27FC236}">
                <a16:creationId xmlns:a16="http://schemas.microsoft.com/office/drawing/2014/main" id="{C6CD8939-B604-F5FD-79B3-0AB1D33884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3471922" y="5111684"/>
            <a:ext cx="419100" cy="438150"/>
          </a:xfrm>
          <a:prstGeom prst="rect">
            <a:avLst/>
          </a:prstGeom>
        </p:spPr>
      </p:pic>
      <p:pic>
        <p:nvPicPr>
          <p:cNvPr id="87" name="Graphic 86">
            <a:extLst>
              <a:ext uri="{FF2B5EF4-FFF2-40B4-BE49-F238E27FC236}">
                <a16:creationId xmlns:a16="http://schemas.microsoft.com/office/drawing/2014/main" id="{3F0988D7-163E-50A9-0BC3-D57761469E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4159296" y="5020927"/>
            <a:ext cx="542925" cy="533400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8E45E89B-104F-0A90-6E50-C01886846F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992395" y="5116447"/>
            <a:ext cx="428625" cy="428625"/>
          </a:xfrm>
          <a:prstGeom prst="rect">
            <a:avLst/>
          </a:prstGeom>
        </p:spPr>
      </p:pic>
      <p:pic>
        <p:nvPicPr>
          <p:cNvPr id="93" name="Graphic 92">
            <a:extLst>
              <a:ext uri="{FF2B5EF4-FFF2-40B4-BE49-F238E27FC236}">
                <a16:creationId xmlns:a16="http://schemas.microsoft.com/office/drawing/2014/main" id="{9AA85523-B89F-A4E0-9E25-1769796FF7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689296" y="5102159"/>
            <a:ext cx="457200" cy="4572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556FE06F-8CDE-AEC5-3458-16F750102B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2059070" y="3541081"/>
            <a:ext cx="723900" cy="4191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FA0C82A5-15B1-A148-7E48-01183F47FF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4159296" y="3470994"/>
            <a:ext cx="625793" cy="462915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CA9265A-90D5-45B9-E366-7C04562942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5133052" y="3330274"/>
            <a:ext cx="733425" cy="62865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2B27DCA5-49A2-AF6E-0701-BD77BD6687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3146496" y="3281773"/>
            <a:ext cx="762953" cy="428625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B32C2140-C4B9-2041-5707-631CDBC890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 flipH="1">
            <a:off x="3151244" y="3979056"/>
            <a:ext cx="762953" cy="428625"/>
          </a:xfrm>
          <a:prstGeom prst="rect">
            <a:avLst/>
          </a:prstGeom>
        </p:spPr>
      </p:pic>
      <p:sp>
        <p:nvSpPr>
          <p:cNvPr id="34" name="Line 2677">
            <a:extLst>
              <a:ext uri="{FF2B5EF4-FFF2-40B4-BE49-F238E27FC236}">
                <a16:creationId xmlns:a16="http://schemas.microsoft.com/office/drawing/2014/main" id="{371FEB73-C262-02F1-E16E-E17716CBB322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3885" y="3832131"/>
            <a:ext cx="767137" cy="0"/>
          </a:xfrm>
          <a:prstGeom prst="line">
            <a:avLst/>
          </a:prstGeom>
          <a:noFill/>
          <a:ln w="12700" cap="flat">
            <a:solidFill>
              <a:schemeClr val="accent2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600" b="0" i="0" u="none" strike="noStrike" kern="0" cap="none" spc="0" normalizeH="0" baseline="0" noProof="0">
              <a:ln>
                <a:noFill/>
              </a:ln>
              <a:solidFill>
                <a:srgbClr val="00538B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701EF7A-A85F-0DBE-1326-6BCB1A743B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6105290" y="3433612"/>
            <a:ext cx="723900" cy="553571"/>
          </a:xfrm>
          <a:prstGeom prst="rect">
            <a:avLst/>
          </a:prstGeom>
        </p:spPr>
      </p:pic>
      <p:sp>
        <p:nvSpPr>
          <p:cNvPr id="9" name="Free-form: Shape 8">
            <a:extLst>
              <a:ext uri="{FF2B5EF4-FFF2-40B4-BE49-F238E27FC236}">
                <a16:creationId xmlns:a16="http://schemas.microsoft.com/office/drawing/2014/main" id="{467E80EC-7CF2-7DAF-43E8-432ABDEF616A}"/>
              </a:ext>
            </a:extLst>
          </p:cNvPr>
          <p:cNvSpPr/>
          <p:nvPr/>
        </p:nvSpPr>
        <p:spPr>
          <a:xfrm>
            <a:off x="8175200" y="3663487"/>
            <a:ext cx="27431" cy="25717"/>
          </a:xfrm>
          <a:custGeom>
            <a:avLst/>
            <a:gdLst>
              <a:gd name="csX0" fmla="*/ 0 w 27431"/>
              <a:gd name="csY0" fmla="*/ 0 h 25717"/>
              <a:gd name="csX1" fmla="*/ 27432 w 27431"/>
              <a:gd name="csY1" fmla="*/ 0 h 25717"/>
              <a:gd name="csX2" fmla="*/ 27432 w 27431"/>
              <a:gd name="csY2" fmla="*/ 25718 h 25717"/>
              <a:gd name="csX3" fmla="*/ 0 w 27431"/>
              <a:gd name="csY3" fmla="*/ 25718 h 257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7431" h="25717">
                <a:moveTo>
                  <a:pt x="0" y="0"/>
                </a:moveTo>
                <a:lnTo>
                  <a:pt x="27432" y="0"/>
                </a:lnTo>
                <a:lnTo>
                  <a:pt x="27432" y="25718"/>
                </a:lnTo>
                <a:lnTo>
                  <a:pt x="0" y="25718"/>
                </a:lnTo>
                <a:close/>
              </a:path>
            </a:pathLst>
          </a:custGeom>
          <a:solidFill>
            <a:schemeClr val="tx1"/>
          </a:solidFill>
          <a:ln w="8522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1858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9A7FD6-28BD-2E11-0064-49F15C575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Road Transportation 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23F30D7-16C7-0C85-E254-014F1437BD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ICON LIBRARY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B76C503-1D9E-2DEE-F067-4B9AC475C2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/>
              <a:t>Car Carrier &amp; Car Delivery (FVL)  </a:t>
            </a:r>
          </a:p>
        </p:txBody>
      </p:sp>
      <p:sp>
        <p:nvSpPr>
          <p:cNvPr id="9" name="Line 2677">
            <a:extLst>
              <a:ext uri="{FF2B5EF4-FFF2-40B4-BE49-F238E27FC236}">
                <a16:creationId xmlns:a16="http://schemas.microsoft.com/office/drawing/2014/main" id="{A43B8CDB-062F-5F35-61EF-EE540CF28C4E}"/>
              </a:ext>
            </a:extLst>
          </p:cNvPr>
          <p:cNvSpPr>
            <a:spLocks noChangeShapeType="1"/>
          </p:cNvSpPr>
          <p:nvPr/>
        </p:nvSpPr>
        <p:spPr bwMode="auto">
          <a:xfrm>
            <a:off x="760676" y="2127335"/>
            <a:ext cx="767137" cy="0"/>
          </a:xfrm>
          <a:prstGeom prst="line">
            <a:avLst/>
          </a:prstGeom>
          <a:noFill/>
          <a:ln w="12700" cap="flat">
            <a:solidFill>
              <a:schemeClr val="accent2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600" b="0" i="0" u="none" strike="noStrike" kern="0" cap="none" spc="0" normalizeH="0" baseline="0" noProof="0">
              <a:ln>
                <a:noFill/>
              </a:ln>
              <a:solidFill>
                <a:srgbClr val="00538B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48" name="Graphic 47">
            <a:extLst>
              <a:ext uri="{FF2B5EF4-FFF2-40B4-BE49-F238E27FC236}">
                <a16:creationId xmlns:a16="http://schemas.microsoft.com/office/drawing/2014/main" id="{F284B2C7-3C43-0C35-F101-ED90BB2B5B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721998" y="2277697"/>
            <a:ext cx="805815" cy="462915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657A4340-1DD6-C8B7-EDED-F94A8FFFF3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1998" y="1535016"/>
            <a:ext cx="805815" cy="462915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DD192402-50F9-D275-9045-002D974884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58870" y="1552161"/>
            <a:ext cx="814388" cy="445770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8CB7FF31-DE22-F93A-069E-E4D9A5256B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858377" y="2277696"/>
            <a:ext cx="814388" cy="445770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199FB807-EED0-79BB-6BDA-F9A4A3EF33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04315" y="1406428"/>
            <a:ext cx="814388" cy="591503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5BDF712E-358E-F2DE-4253-03BCEEA012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49760" y="1320703"/>
            <a:ext cx="900113" cy="677228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2BDCC0AA-3091-A2EC-B040-9B33F53119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0532" y="4084940"/>
            <a:ext cx="1020128" cy="462915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305A6F20-11E7-7B2C-3A58-A3F1866DCD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04475" y="4110657"/>
            <a:ext cx="831533" cy="411480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F429E32B-B738-F69C-E196-82283A3B44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2902849" y="4875995"/>
            <a:ext cx="831533" cy="411480"/>
          </a:xfrm>
          <a:prstGeom prst="rect">
            <a:avLst/>
          </a:prstGeom>
        </p:spPr>
      </p:pic>
      <p:pic>
        <p:nvPicPr>
          <p:cNvPr id="64" name="Graphic 63">
            <a:extLst>
              <a:ext uri="{FF2B5EF4-FFF2-40B4-BE49-F238E27FC236}">
                <a16:creationId xmlns:a16="http://schemas.microsoft.com/office/drawing/2014/main" id="{D46C5789-A5CF-5645-6CA2-F409DFA80D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42164" y="4102085"/>
            <a:ext cx="840105" cy="428625"/>
          </a:xfrm>
          <a:prstGeom prst="rect">
            <a:avLst/>
          </a:prstGeom>
        </p:spPr>
      </p:pic>
      <p:pic>
        <p:nvPicPr>
          <p:cNvPr id="66" name="Graphic 65">
            <a:extLst>
              <a:ext uri="{FF2B5EF4-FFF2-40B4-BE49-F238E27FC236}">
                <a16:creationId xmlns:a16="http://schemas.microsoft.com/office/drawing/2014/main" id="{A4EA71A2-B5E6-2FF7-0F95-41D30FEE49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42164" y="4858850"/>
            <a:ext cx="840105" cy="445770"/>
          </a:xfrm>
          <a:prstGeom prst="rect">
            <a:avLst/>
          </a:prstGeom>
        </p:spPr>
      </p:pic>
      <p:pic>
        <p:nvPicPr>
          <p:cNvPr id="69" name="Graphic 68">
            <a:extLst>
              <a:ext uri="{FF2B5EF4-FFF2-40B4-BE49-F238E27FC236}">
                <a16:creationId xmlns:a16="http://schemas.microsoft.com/office/drawing/2014/main" id="{A3EC6F85-1D41-8E67-2C31-82FC5029C2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596470" y="4850278"/>
            <a:ext cx="1020128" cy="462915"/>
          </a:xfrm>
          <a:prstGeom prst="rect">
            <a:avLst/>
          </a:prstGeom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8BF8F9C6-1B62-EFA3-BCC2-7E02F5C5F1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92288" y="4123516"/>
            <a:ext cx="994410" cy="385763"/>
          </a:xfrm>
          <a:prstGeom prst="rect">
            <a:avLst/>
          </a:prstGeom>
        </p:spPr>
      </p:pic>
      <p:pic>
        <p:nvPicPr>
          <p:cNvPr id="72" name="Graphic 71">
            <a:extLst>
              <a:ext uri="{FF2B5EF4-FFF2-40B4-BE49-F238E27FC236}">
                <a16:creationId xmlns:a16="http://schemas.microsoft.com/office/drawing/2014/main" id="{68E8F89A-FC0D-91AA-0E86-E77AA0C054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H="1">
            <a:off x="3991474" y="4888854"/>
            <a:ext cx="994410" cy="385763"/>
          </a:xfrm>
          <a:prstGeom prst="rect">
            <a:avLst/>
          </a:prstGeom>
        </p:spPr>
      </p:pic>
      <p:sp>
        <p:nvSpPr>
          <p:cNvPr id="18" name="Line 2677">
            <a:extLst>
              <a:ext uri="{FF2B5EF4-FFF2-40B4-BE49-F238E27FC236}">
                <a16:creationId xmlns:a16="http://schemas.microsoft.com/office/drawing/2014/main" id="{82DC4DB9-90CA-9D80-C8C7-D0D167143BFC}"/>
              </a:ext>
            </a:extLst>
          </p:cNvPr>
          <p:cNvSpPr>
            <a:spLocks noChangeShapeType="1"/>
          </p:cNvSpPr>
          <p:nvPr/>
        </p:nvSpPr>
        <p:spPr bwMode="auto">
          <a:xfrm>
            <a:off x="1858377" y="2127335"/>
            <a:ext cx="767137" cy="0"/>
          </a:xfrm>
          <a:prstGeom prst="line">
            <a:avLst/>
          </a:prstGeom>
          <a:noFill/>
          <a:ln w="12700" cap="flat">
            <a:solidFill>
              <a:schemeClr val="accent2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600" b="0" i="0" u="none" strike="noStrike" kern="0" cap="none" spc="0" normalizeH="0" baseline="0" noProof="0">
              <a:ln>
                <a:noFill/>
              </a:ln>
              <a:solidFill>
                <a:srgbClr val="00538B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9" name="Line 2677">
            <a:extLst>
              <a:ext uri="{FF2B5EF4-FFF2-40B4-BE49-F238E27FC236}">
                <a16:creationId xmlns:a16="http://schemas.microsoft.com/office/drawing/2014/main" id="{D8CB331F-24B0-84B6-BBAB-9159893CB171}"/>
              </a:ext>
            </a:extLst>
          </p:cNvPr>
          <p:cNvSpPr>
            <a:spLocks noChangeShapeType="1"/>
          </p:cNvSpPr>
          <p:nvPr/>
        </p:nvSpPr>
        <p:spPr bwMode="auto">
          <a:xfrm>
            <a:off x="760676" y="4692424"/>
            <a:ext cx="767137" cy="0"/>
          </a:xfrm>
          <a:prstGeom prst="line">
            <a:avLst/>
          </a:prstGeom>
          <a:noFill/>
          <a:ln w="12700" cap="flat">
            <a:solidFill>
              <a:schemeClr val="accent2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600" b="0" i="0" u="none" strike="noStrike" kern="0" cap="none" spc="0" normalizeH="0" baseline="0" noProof="0">
              <a:ln>
                <a:noFill/>
              </a:ln>
              <a:solidFill>
                <a:srgbClr val="00538B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4" name="Line 2677">
            <a:extLst>
              <a:ext uri="{FF2B5EF4-FFF2-40B4-BE49-F238E27FC236}">
                <a16:creationId xmlns:a16="http://schemas.microsoft.com/office/drawing/2014/main" id="{651164CC-8D71-972C-C333-2696626E53EB}"/>
              </a:ext>
            </a:extLst>
          </p:cNvPr>
          <p:cNvSpPr>
            <a:spLocks noChangeShapeType="1"/>
          </p:cNvSpPr>
          <p:nvPr/>
        </p:nvSpPr>
        <p:spPr bwMode="auto">
          <a:xfrm>
            <a:off x="1844730" y="4692424"/>
            <a:ext cx="767137" cy="0"/>
          </a:xfrm>
          <a:prstGeom prst="line">
            <a:avLst/>
          </a:prstGeom>
          <a:noFill/>
          <a:ln w="12700" cap="flat">
            <a:solidFill>
              <a:schemeClr val="accent2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600" b="0" i="0" u="none" strike="noStrike" kern="0" cap="none" spc="0" normalizeH="0" baseline="0" noProof="0">
              <a:ln>
                <a:noFill/>
              </a:ln>
              <a:solidFill>
                <a:srgbClr val="00538B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58" name="Graphic 57">
            <a:extLst>
              <a:ext uri="{FF2B5EF4-FFF2-40B4-BE49-F238E27FC236}">
                <a16:creationId xmlns:a16="http://schemas.microsoft.com/office/drawing/2014/main" id="{2CFF0F62-9CDD-F7E8-867E-E881A61EA7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881740" y="4102085"/>
            <a:ext cx="762953" cy="428625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283FA8F2-25D9-29D2-015B-D69FCE1113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flipH="1">
            <a:off x="1879302" y="4867423"/>
            <a:ext cx="762953" cy="428625"/>
          </a:xfrm>
          <a:prstGeom prst="rect">
            <a:avLst/>
          </a:prstGeom>
        </p:spPr>
      </p:pic>
      <p:sp>
        <p:nvSpPr>
          <p:cNvPr id="63" name="Line 2677">
            <a:extLst>
              <a:ext uri="{FF2B5EF4-FFF2-40B4-BE49-F238E27FC236}">
                <a16:creationId xmlns:a16="http://schemas.microsoft.com/office/drawing/2014/main" id="{32C01893-860D-414B-3B57-F774FD0E69E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5449" y="4692424"/>
            <a:ext cx="767137" cy="0"/>
          </a:xfrm>
          <a:prstGeom prst="line">
            <a:avLst/>
          </a:prstGeom>
          <a:noFill/>
          <a:ln w="12700" cap="flat">
            <a:solidFill>
              <a:schemeClr val="accent2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600" b="0" i="0" u="none" strike="noStrike" kern="0" cap="none" spc="0" normalizeH="0" baseline="0" noProof="0">
              <a:ln>
                <a:noFill/>
              </a:ln>
              <a:solidFill>
                <a:srgbClr val="00538B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5" name="Line 2677">
            <a:extLst>
              <a:ext uri="{FF2B5EF4-FFF2-40B4-BE49-F238E27FC236}">
                <a16:creationId xmlns:a16="http://schemas.microsoft.com/office/drawing/2014/main" id="{6957AFEE-3D2F-7BCA-1740-E067EDAF212E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2094" y="4692424"/>
            <a:ext cx="767137" cy="0"/>
          </a:xfrm>
          <a:prstGeom prst="line">
            <a:avLst/>
          </a:prstGeom>
          <a:noFill/>
          <a:ln w="12700" cap="flat">
            <a:solidFill>
              <a:schemeClr val="accent2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600" b="0" i="0" u="none" strike="noStrike" kern="0" cap="none" spc="0" normalizeH="0" baseline="0" noProof="0">
              <a:ln>
                <a:noFill/>
              </a:ln>
              <a:solidFill>
                <a:srgbClr val="00538B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6D4EAD3-A5A4-CF58-B792-ED9F70AE4A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461986" y="4063508"/>
            <a:ext cx="780098" cy="47148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FB0F70B-5B40-1A1B-D949-D990640CF7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454225" y="4803128"/>
            <a:ext cx="860261" cy="47148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057F90A-1D44-CAA9-F4F1-6E833DCB58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38549" y="4040472"/>
            <a:ext cx="921746" cy="507383"/>
          </a:xfrm>
          <a:prstGeom prst="rect">
            <a:avLst/>
          </a:prstGeom>
        </p:spPr>
      </p:pic>
      <p:sp>
        <p:nvSpPr>
          <p:cNvPr id="10" name="Line 2677">
            <a:extLst>
              <a:ext uri="{FF2B5EF4-FFF2-40B4-BE49-F238E27FC236}">
                <a16:creationId xmlns:a16="http://schemas.microsoft.com/office/drawing/2014/main" id="{3342D469-80D0-3A6B-2650-28A82233FD5E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5854" y="4692424"/>
            <a:ext cx="767137" cy="0"/>
          </a:xfrm>
          <a:prstGeom prst="line">
            <a:avLst/>
          </a:prstGeom>
          <a:noFill/>
          <a:ln w="12700" cap="flat">
            <a:solidFill>
              <a:schemeClr val="accent2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600" b="0" i="0" u="none" strike="noStrike" kern="0" cap="none" spc="0" normalizeH="0" baseline="0" noProof="0">
              <a:ln>
                <a:noFill/>
              </a:ln>
              <a:solidFill>
                <a:srgbClr val="00538B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61466883-F214-A395-2C80-02DA66A7D1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flipH="1">
            <a:off x="6353603" y="4805810"/>
            <a:ext cx="921746" cy="50738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E186493-D923-ACFF-E2E8-754C5DD847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516569" y="4020646"/>
            <a:ext cx="1514475" cy="514350"/>
          </a:xfrm>
          <a:prstGeom prst="rect">
            <a:avLst/>
          </a:prstGeom>
        </p:spPr>
      </p:pic>
      <p:sp>
        <p:nvSpPr>
          <p:cNvPr id="13" name="Line 2677">
            <a:extLst>
              <a:ext uri="{FF2B5EF4-FFF2-40B4-BE49-F238E27FC236}">
                <a16:creationId xmlns:a16="http://schemas.microsoft.com/office/drawing/2014/main" id="{C49408AE-BE5A-9926-D443-7FB4FFC070D4}"/>
              </a:ext>
            </a:extLst>
          </p:cNvPr>
          <p:cNvSpPr>
            <a:spLocks noChangeShapeType="1"/>
          </p:cNvSpPr>
          <p:nvPr/>
        </p:nvSpPr>
        <p:spPr bwMode="auto">
          <a:xfrm>
            <a:off x="7797387" y="4692424"/>
            <a:ext cx="767137" cy="0"/>
          </a:xfrm>
          <a:prstGeom prst="line">
            <a:avLst/>
          </a:prstGeom>
          <a:noFill/>
          <a:ln w="12700" cap="flat">
            <a:solidFill>
              <a:schemeClr val="accent2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600" b="0" i="0" u="none" strike="noStrike" kern="0" cap="none" spc="0" normalizeH="0" baseline="0" noProof="0">
              <a:ln>
                <a:noFill/>
              </a:ln>
              <a:solidFill>
                <a:srgbClr val="00538B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6BE82CA1-1F7A-FAC9-19D5-B9A035168D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flipH="1">
            <a:off x="7514333" y="4784460"/>
            <a:ext cx="15144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766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C8BF87-13F8-0C71-7BE5-A8E8973E1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HEAVY-EQUIPMENT (</a:t>
            </a:r>
            <a:r>
              <a:rPr lang="fr-FR" err="1"/>
              <a:t>Generic</a:t>
            </a:r>
            <a:r>
              <a:rPr lang="fr-FR"/>
              <a:t> or agricultural or marine ) - CARRIER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70371CE-1F02-AB54-0FEE-F5FD5ECF17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ICON LIBRARY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BA0EAA91-C954-6EF1-13FE-091F42A43B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88629" y="1568014"/>
            <a:ext cx="974408" cy="5553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51581A9-88D7-8F11-BDD8-56BD830A45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79672" y="1617068"/>
            <a:ext cx="1038225" cy="4572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B04BB0BB-367F-7738-A1C3-0532E04534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90920" y="1574206"/>
            <a:ext cx="923925" cy="542925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39C5313B-62E1-8869-E1D8-870067D4AD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4611" y="1621831"/>
            <a:ext cx="1200150" cy="447675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39DBF95D-B6FA-A87D-A2D0-748DE90196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34531" y="1562776"/>
            <a:ext cx="974408" cy="565785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9308961E-7FB9-1900-6F46-6F419E0003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67967" y="1574206"/>
            <a:ext cx="923925" cy="542925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E03CF8CA-730A-A719-5D2A-F73A15C652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644611" y="2575799"/>
            <a:ext cx="1200150" cy="447675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F1D8D65B-A803-4693-CC45-1B90DE731A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4079672" y="2571036"/>
            <a:ext cx="1038225" cy="45720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FD12CF70-6906-915F-140F-02491912F6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7490920" y="2528174"/>
            <a:ext cx="923925" cy="542925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F3377F10-3D3D-0FF4-001D-7D3FB98997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34531" y="2516744"/>
            <a:ext cx="974408" cy="565785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065A2DB1-6A7C-F359-4117-DAFA6C7773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88629" y="2521982"/>
            <a:ext cx="974408" cy="555308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6550601F-08BB-76C4-729B-97A68FFD56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9167967" y="2528174"/>
            <a:ext cx="923925" cy="542925"/>
          </a:xfrm>
          <a:prstGeom prst="rect">
            <a:avLst/>
          </a:prstGeom>
        </p:spPr>
      </p:pic>
      <p:sp>
        <p:nvSpPr>
          <p:cNvPr id="33" name="Line 2677">
            <a:extLst>
              <a:ext uri="{FF2B5EF4-FFF2-40B4-BE49-F238E27FC236}">
                <a16:creationId xmlns:a16="http://schemas.microsoft.com/office/drawing/2014/main" id="{689F1B89-5F7E-7FD9-374B-3B501A780375}"/>
              </a:ext>
            </a:extLst>
          </p:cNvPr>
          <p:cNvSpPr>
            <a:spLocks noChangeShapeType="1"/>
          </p:cNvSpPr>
          <p:nvPr/>
        </p:nvSpPr>
        <p:spPr bwMode="auto">
          <a:xfrm>
            <a:off x="644611" y="2260499"/>
            <a:ext cx="1200150" cy="0"/>
          </a:xfrm>
          <a:prstGeom prst="line">
            <a:avLst/>
          </a:prstGeom>
          <a:noFill/>
          <a:ln w="12700" cap="flat">
            <a:solidFill>
              <a:schemeClr val="accent2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600" b="0" i="0" u="none" strike="noStrike" kern="0" cap="none" spc="0" normalizeH="0" baseline="0" noProof="0">
              <a:ln>
                <a:noFill/>
              </a:ln>
              <a:solidFill>
                <a:srgbClr val="00538B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4" name="Line 2677">
            <a:extLst>
              <a:ext uri="{FF2B5EF4-FFF2-40B4-BE49-F238E27FC236}">
                <a16:creationId xmlns:a16="http://schemas.microsoft.com/office/drawing/2014/main" id="{2DE6C13D-EC0F-56CA-244B-6569AEC83438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1660" y="2263522"/>
            <a:ext cx="1200150" cy="0"/>
          </a:xfrm>
          <a:prstGeom prst="line">
            <a:avLst/>
          </a:prstGeom>
          <a:noFill/>
          <a:ln w="12700" cap="flat">
            <a:solidFill>
              <a:schemeClr val="accent2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600" b="0" i="0" u="none" strike="noStrike" kern="0" cap="none" spc="0" normalizeH="0" baseline="0" noProof="0">
              <a:ln>
                <a:noFill/>
              </a:ln>
              <a:solidFill>
                <a:srgbClr val="00538B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5" name="Line 2677">
            <a:extLst>
              <a:ext uri="{FF2B5EF4-FFF2-40B4-BE49-F238E27FC236}">
                <a16:creationId xmlns:a16="http://schemas.microsoft.com/office/drawing/2014/main" id="{FAE25B6E-7308-87DD-D599-B8F7EC4BDEFF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8709" y="2263522"/>
            <a:ext cx="1200150" cy="0"/>
          </a:xfrm>
          <a:prstGeom prst="line">
            <a:avLst/>
          </a:prstGeom>
          <a:noFill/>
          <a:ln w="12700" cap="flat">
            <a:solidFill>
              <a:schemeClr val="accent2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600" b="0" i="0" u="none" strike="noStrike" kern="0" cap="none" spc="0" normalizeH="0" baseline="0" noProof="0">
              <a:ln>
                <a:noFill/>
              </a:ln>
              <a:solidFill>
                <a:srgbClr val="00538B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6" name="Line 2677">
            <a:extLst>
              <a:ext uri="{FF2B5EF4-FFF2-40B4-BE49-F238E27FC236}">
                <a16:creationId xmlns:a16="http://schemas.microsoft.com/office/drawing/2014/main" id="{4E8CE71D-9A55-EA45-F35E-7CF9B0ED5205}"/>
              </a:ext>
            </a:extLst>
          </p:cNvPr>
          <p:cNvSpPr>
            <a:spLocks noChangeShapeType="1"/>
          </p:cNvSpPr>
          <p:nvPr/>
        </p:nvSpPr>
        <p:spPr bwMode="auto">
          <a:xfrm>
            <a:off x="5675758" y="2263522"/>
            <a:ext cx="1200150" cy="0"/>
          </a:xfrm>
          <a:prstGeom prst="line">
            <a:avLst/>
          </a:prstGeom>
          <a:noFill/>
          <a:ln w="12700" cap="flat">
            <a:solidFill>
              <a:schemeClr val="accent2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600" b="0" i="0" u="none" strike="noStrike" kern="0" cap="none" spc="0" normalizeH="0" baseline="0" noProof="0">
              <a:ln>
                <a:noFill/>
              </a:ln>
              <a:solidFill>
                <a:srgbClr val="00538B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7" name="Line 2677">
            <a:extLst>
              <a:ext uri="{FF2B5EF4-FFF2-40B4-BE49-F238E27FC236}">
                <a16:creationId xmlns:a16="http://schemas.microsoft.com/office/drawing/2014/main" id="{6A0EA1DA-3065-612C-17AB-70B7F82306F2}"/>
              </a:ext>
            </a:extLst>
          </p:cNvPr>
          <p:cNvSpPr>
            <a:spLocks noChangeShapeType="1"/>
          </p:cNvSpPr>
          <p:nvPr/>
        </p:nvSpPr>
        <p:spPr bwMode="auto">
          <a:xfrm>
            <a:off x="7352807" y="2263522"/>
            <a:ext cx="1200150" cy="0"/>
          </a:xfrm>
          <a:prstGeom prst="line">
            <a:avLst/>
          </a:prstGeom>
          <a:noFill/>
          <a:ln w="12700" cap="flat">
            <a:solidFill>
              <a:schemeClr val="accent2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600" b="0" i="0" u="none" strike="noStrike" kern="0" cap="none" spc="0" normalizeH="0" baseline="0" noProof="0">
              <a:ln>
                <a:noFill/>
              </a:ln>
              <a:solidFill>
                <a:srgbClr val="00538B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8" name="Line 2677">
            <a:extLst>
              <a:ext uri="{FF2B5EF4-FFF2-40B4-BE49-F238E27FC236}">
                <a16:creationId xmlns:a16="http://schemas.microsoft.com/office/drawing/2014/main" id="{5EA6FDD4-1DC3-8E4F-A531-A2C437E52BD5}"/>
              </a:ext>
            </a:extLst>
          </p:cNvPr>
          <p:cNvSpPr>
            <a:spLocks noChangeShapeType="1"/>
          </p:cNvSpPr>
          <p:nvPr/>
        </p:nvSpPr>
        <p:spPr bwMode="auto">
          <a:xfrm>
            <a:off x="9029854" y="2263522"/>
            <a:ext cx="1200150" cy="0"/>
          </a:xfrm>
          <a:prstGeom prst="line">
            <a:avLst/>
          </a:prstGeom>
          <a:noFill/>
          <a:ln w="12700" cap="flat">
            <a:solidFill>
              <a:schemeClr val="accent2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600" b="0" i="0" u="none" strike="noStrike" kern="0" cap="none" spc="0" normalizeH="0" baseline="0" noProof="0">
              <a:ln>
                <a:noFill/>
              </a:ln>
              <a:solidFill>
                <a:srgbClr val="00538B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14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28872-4001-9391-708E-E6C0645A6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Organizational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D2E76D-BE3F-C022-FD9D-71919CF91A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ICON LIBRARY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0711E6-256C-E02C-5E34-9AF0982911E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Products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5425F8A-CB2F-F957-FAB9-E37072987C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6470" y="1582349"/>
            <a:ext cx="454343" cy="48863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6E2145A-30C1-B395-B69C-C2CC082A76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9898" y="1560918"/>
            <a:ext cx="591503" cy="53149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259257C8-C738-E155-7189-E07EA55CA1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00486" y="1642356"/>
            <a:ext cx="368618" cy="368618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908AA4B2-97DA-46AB-7B87-CA1959266F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98189" y="1620925"/>
            <a:ext cx="428625" cy="41148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E3CFB690-29DF-FE8A-C3BB-4B85F41C75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55899" y="1556631"/>
            <a:ext cx="711518" cy="540068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680C7C0D-363B-3643-1260-23228E58DD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96502" y="1578063"/>
            <a:ext cx="497205" cy="497205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42D3E1DE-4914-E5E6-1D31-AEE990CD7B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22792" y="1569490"/>
            <a:ext cx="428625" cy="51435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741DCDF7-DD7D-BE5B-3772-D3B4B3CEF5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80502" y="1642356"/>
            <a:ext cx="368618" cy="368618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57CBE6EC-1628-D376-EDAB-E33DFFD921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78205" y="1642356"/>
            <a:ext cx="411480" cy="368618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89560C84-DB53-6795-FC12-D32E3C4B29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18770" y="1616639"/>
            <a:ext cx="402908" cy="420053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E96F09AF-980A-4BF3-B2DF-3EF75BC00F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550763" y="1595208"/>
            <a:ext cx="445770" cy="462915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52460C7E-380D-CEAE-2A56-4DA951D26F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225618" y="1582349"/>
            <a:ext cx="514350" cy="488633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8D13A7AF-7F6A-C831-653E-2E5E2E3C2A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969053" y="1595208"/>
            <a:ext cx="360045" cy="462915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220170B-5B73-1A8E-E8E8-D6D57170DC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558183" y="1565204"/>
            <a:ext cx="454343" cy="522923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9EC1B88F-A59B-C712-FB20-FA84CDFCC4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241607" y="1582349"/>
            <a:ext cx="574358" cy="488633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1627D6D7-B166-D442-61B9-91A2D51B14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13640" y="2499777"/>
            <a:ext cx="582930" cy="531495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EF44D93B-AE26-D3DC-35D4-7CDF1A55E0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414362" y="2615505"/>
            <a:ext cx="480060" cy="300038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45D0C7B0-A463-D70C-7305-0C9FC78736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112214" y="2576929"/>
            <a:ext cx="360045" cy="377190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5411BF09-FB5A-A816-3162-E2C4BB7F40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690051" y="2568357"/>
            <a:ext cx="385763" cy="394335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E59BDB2A-CC87-C94F-57FC-A8C1CE8FD8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293606" y="2589312"/>
            <a:ext cx="457200" cy="352425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CDE9C7B5-96B7-C3F3-C735-1EC363191C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968598" y="2559784"/>
            <a:ext cx="428625" cy="411480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6CE6E563-147C-126D-C044-FB65E1A6F3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615015" y="2482632"/>
            <a:ext cx="411480" cy="565785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F9509EDF-1AA0-7C9E-0FFA-3346F96F60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244287" y="2452628"/>
            <a:ext cx="634365" cy="625793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4ADE43FD-B97F-8161-51AA-BA1D2D6315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096444" y="2576929"/>
            <a:ext cx="437198" cy="377190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3D15C1FC-6DDA-8CD2-D139-193B1A5D73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751434" y="2512635"/>
            <a:ext cx="548640" cy="505778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E3C87E30-1EA2-B0D0-B858-CA9ABB79C8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517864" y="2516922"/>
            <a:ext cx="591503" cy="497205"/>
          </a:xfrm>
          <a:prstGeom prst="rect">
            <a:avLst/>
          </a:prstGeom>
        </p:spPr>
      </p:pic>
      <p:pic>
        <p:nvPicPr>
          <p:cNvPr id="97" name="Graphic 96">
            <a:extLst>
              <a:ext uri="{FF2B5EF4-FFF2-40B4-BE49-F238E27FC236}">
                <a16:creationId xmlns:a16="http://schemas.microsoft.com/office/drawing/2014/main" id="{208EAA7D-F8AC-5A53-F933-8D7E237717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11812" y="4234526"/>
            <a:ext cx="548640" cy="402908"/>
          </a:xfrm>
          <a:prstGeom prst="rect">
            <a:avLst/>
          </a:prstGeom>
        </p:spPr>
      </p:pic>
      <p:pic>
        <p:nvPicPr>
          <p:cNvPr id="99" name="Graphic 98">
            <a:extLst>
              <a:ext uri="{FF2B5EF4-FFF2-40B4-BE49-F238E27FC236}">
                <a16:creationId xmlns:a16="http://schemas.microsoft.com/office/drawing/2014/main" id="{861C8128-C1CD-6D57-699E-F6D2700C50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340226" y="4247385"/>
            <a:ext cx="754380" cy="377190"/>
          </a:xfrm>
          <a:prstGeom prst="rect">
            <a:avLst/>
          </a:prstGeom>
        </p:spPr>
      </p:pic>
      <p:pic>
        <p:nvPicPr>
          <p:cNvPr id="101" name="Graphic 100">
            <a:extLst>
              <a:ext uri="{FF2B5EF4-FFF2-40B4-BE49-F238E27FC236}">
                <a16:creationId xmlns:a16="http://schemas.microsoft.com/office/drawing/2014/main" id="{C2E89AAB-A21C-9986-D7C7-DF254DC546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2274380" y="4268816"/>
            <a:ext cx="497205" cy="334328"/>
          </a:xfrm>
          <a:prstGeom prst="rect">
            <a:avLst/>
          </a:prstGeom>
        </p:spPr>
      </p:pic>
      <p:pic>
        <p:nvPicPr>
          <p:cNvPr id="103" name="Graphic 102">
            <a:extLst>
              <a:ext uri="{FF2B5EF4-FFF2-40B4-BE49-F238E27FC236}">
                <a16:creationId xmlns:a16="http://schemas.microsoft.com/office/drawing/2014/main" id="{EDAA57C8-3096-085D-C252-9DA9572554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2961656" y="4189939"/>
            <a:ext cx="540068" cy="471488"/>
          </a:xfrm>
          <a:prstGeom prst="rect">
            <a:avLst/>
          </a:prstGeom>
        </p:spPr>
      </p:pic>
      <p:pic>
        <p:nvPicPr>
          <p:cNvPr id="105" name="Graphic 104">
            <a:extLst>
              <a:ext uri="{FF2B5EF4-FFF2-40B4-BE49-F238E27FC236}">
                <a16:creationId xmlns:a16="http://schemas.microsoft.com/office/drawing/2014/main" id="{41675533-39D1-4672-760A-7A47C6E78D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3671201" y="4251671"/>
            <a:ext cx="437198" cy="368618"/>
          </a:xfrm>
          <a:prstGeom prst="rect">
            <a:avLst/>
          </a:prstGeom>
        </p:spPr>
      </p:pic>
      <p:pic>
        <p:nvPicPr>
          <p:cNvPr id="107" name="Graphic 106">
            <a:extLst>
              <a:ext uri="{FF2B5EF4-FFF2-40B4-BE49-F238E27FC236}">
                <a16:creationId xmlns:a16="http://schemas.microsoft.com/office/drawing/2014/main" id="{49932CD4-751B-B187-B947-3F7C044C69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4288173" y="4217381"/>
            <a:ext cx="420053" cy="437198"/>
          </a:xfrm>
          <a:prstGeom prst="rect">
            <a:avLst/>
          </a:prstGeom>
        </p:spPr>
      </p:pic>
      <p:pic>
        <p:nvPicPr>
          <p:cNvPr id="109" name="Graphic 108">
            <a:extLst>
              <a:ext uri="{FF2B5EF4-FFF2-40B4-BE49-F238E27FC236}">
                <a16:creationId xmlns:a16="http://schemas.microsoft.com/office/drawing/2014/main" id="{0D15A2D7-4C09-652A-23A1-30F7C7A9A3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4888000" y="4234526"/>
            <a:ext cx="402908" cy="402908"/>
          </a:xfrm>
          <a:prstGeom prst="rect">
            <a:avLst/>
          </a:prstGeom>
        </p:spPr>
      </p:pic>
      <p:pic>
        <p:nvPicPr>
          <p:cNvPr id="111" name="Graphic 110">
            <a:extLst>
              <a:ext uri="{FF2B5EF4-FFF2-40B4-BE49-F238E27FC236}">
                <a16:creationId xmlns:a16="http://schemas.microsoft.com/office/drawing/2014/main" id="{84EBB5D1-8E57-3BCF-73C3-D4A255935F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5470682" y="4157374"/>
            <a:ext cx="634365" cy="557213"/>
          </a:xfrm>
          <a:prstGeom prst="rect">
            <a:avLst/>
          </a:prstGeom>
        </p:spPr>
      </p:pic>
      <p:pic>
        <p:nvPicPr>
          <p:cNvPr id="113" name="Graphic 112">
            <a:extLst>
              <a:ext uri="{FF2B5EF4-FFF2-40B4-BE49-F238E27FC236}">
                <a16:creationId xmlns:a16="http://schemas.microsoft.com/office/drawing/2014/main" id="{E054B93B-C6AA-D226-D200-5F79BF5CA3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6284821" y="4238813"/>
            <a:ext cx="497205" cy="394335"/>
          </a:xfrm>
          <a:prstGeom prst="rect">
            <a:avLst/>
          </a:prstGeom>
        </p:spPr>
      </p:pic>
      <p:pic>
        <p:nvPicPr>
          <p:cNvPr id="115" name="Graphic 114">
            <a:extLst>
              <a:ext uri="{FF2B5EF4-FFF2-40B4-BE49-F238E27FC236}">
                <a16:creationId xmlns:a16="http://schemas.microsoft.com/office/drawing/2014/main" id="{5A0EAC67-8D7A-FCA5-420E-17435E1AEF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6961800" y="4251671"/>
            <a:ext cx="462915" cy="368618"/>
          </a:xfrm>
          <a:prstGeom prst="rect">
            <a:avLst/>
          </a:prstGeom>
        </p:spPr>
      </p:pic>
      <p:pic>
        <p:nvPicPr>
          <p:cNvPr id="117" name="Graphic 116">
            <a:extLst>
              <a:ext uri="{FF2B5EF4-FFF2-40B4-BE49-F238E27FC236}">
                <a16:creationId xmlns:a16="http://schemas.microsoft.com/office/drawing/2014/main" id="{32F53E89-AD48-3CA2-BF34-BE955F98CE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7604489" y="4195950"/>
            <a:ext cx="360045" cy="480060"/>
          </a:xfrm>
          <a:prstGeom prst="rect">
            <a:avLst/>
          </a:prstGeom>
        </p:spPr>
      </p:pic>
      <p:pic>
        <p:nvPicPr>
          <p:cNvPr id="119" name="Graphic 118">
            <a:extLst>
              <a:ext uri="{FF2B5EF4-FFF2-40B4-BE49-F238E27FC236}">
                <a16:creationId xmlns:a16="http://schemas.microsoft.com/office/drawing/2014/main" id="{83D6FF98-8C1B-AD0F-C631-ACE5664DF5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8144308" y="4247385"/>
            <a:ext cx="617220" cy="377190"/>
          </a:xfrm>
          <a:prstGeom prst="rect">
            <a:avLst/>
          </a:prstGeom>
        </p:spPr>
      </p:pic>
      <p:pic>
        <p:nvPicPr>
          <p:cNvPr id="121" name="Graphic 120">
            <a:extLst>
              <a:ext uri="{FF2B5EF4-FFF2-40B4-BE49-F238E27FC236}">
                <a16:creationId xmlns:a16="http://schemas.microsoft.com/office/drawing/2014/main" id="{5A143604-41F0-D522-1B94-A323FFCAC0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8941302" y="4264530"/>
            <a:ext cx="420053" cy="342900"/>
          </a:xfrm>
          <a:prstGeom prst="rect">
            <a:avLst/>
          </a:prstGeom>
        </p:spPr>
      </p:pic>
      <p:pic>
        <p:nvPicPr>
          <p:cNvPr id="123" name="Graphic 122">
            <a:extLst>
              <a:ext uri="{FF2B5EF4-FFF2-40B4-BE49-F238E27FC236}">
                <a16:creationId xmlns:a16="http://schemas.microsoft.com/office/drawing/2014/main" id="{A387A0F3-57EF-A3BB-FC64-F83251DB62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9541129" y="4225954"/>
            <a:ext cx="377190" cy="420053"/>
          </a:xfrm>
          <a:prstGeom prst="rect">
            <a:avLst/>
          </a:prstGeom>
        </p:spPr>
      </p:pic>
      <p:pic>
        <p:nvPicPr>
          <p:cNvPr id="125" name="Graphic 124">
            <a:extLst>
              <a:ext uri="{FF2B5EF4-FFF2-40B4-BE49-F238E27FC236}">
                <a16:creationId xmlns:a16="http://schemas.microsoft.com/office/drawing/2014/main" id="{0D0C95E7-7769-BE8C-D8FC-9C72403C9B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0098093" y="4191664"/>
            <a:ext cx="497205" cy="488633"/>
          </a:xfrm>
          <a:prstGeom prst="rect">
            <a:avLst/>
          </a:prstGeom>
        </p:spPr>
      </p:pic>
      <p:pic>
        <p:nvPicPr>
          <p:cNvPr id="127" name="Graphic 126">
            <a:extLst>
              <a:ext uri="{FF2B5EF4-FFF2-40B4-BE49-F238E27FC236}">
                <a16:creationId xmlns:a16="http://schemas.microsoft.com/office/drawing/2014/main" id="{781B47C4-A74C-66C3-A6A3-CEAFFFC4CB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10775074" y="4191664"/>
            <a:ext cx="454343" cy="488633"/>
          </a:xfrm>
          <a:prstGeom prst="rect">
            <a:avLst/>
          </a:prstGeom>
        </p:spPr>
      </p:pic>
      <p:pic>
        <p:nvPicPr>
          <p:cNvPr id="129" name="Graphic 128">
            <a:extLst>
              <a:ext uri="{FF2B5EF4-FFF2-40B4-BE49-F238E27FC236}">
                <a16:creationId xmlns:a16="http://schemas.microsoft.com/office/drawing/2014/main" id="{76F004CF-6B13-4AAB-0736-01F15B370D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591923" y="4857851"/>
            <a:ext cx="522923" cy="497205"/>
          </a:xfrm>
          <a:prstGeom prst="rect">
            <a:avLst/>
          </a:prstGeom>
        </p:spPr>
      </p:pic>
      <p:pic>
        <p:nvPicPr>
          <p:cNvPr id="131" name="Graphic 130">
            <a:extLst>
              <a:ext uri="{FF2B5EF4-FFF2-40B4-BE49-F238E27FC236}">
                <a16:creationId xmlns:a16="http://schemas.microsoft.com/office/drawing/2014/main" id="{39F0F28A-B966-4BE2-BCD1-8BE18268EB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1347475" y="4896427"/>
            <a:ext cx="420053" cy="420053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29FA8C98-901E-2532-EBDF-8E772AC19B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2000157" y="4840706"/>
            <a:ext cx="540068" cy="531495"/>
          </a:xfrm>
          <a:prstGeom prst="rect">
            <a:avLst/>
          </a:prstGeom>
        </p:spPr>
      </p:pic>
      <p:pic>
        <p:nvPicPr>
          <p:cNvPr id="137" name="Graphic 136">
            <a:extLst>
              <a:ext uri="{FF2B5EF4-FFF2-40B4-BE49-F238E27FC236}">
                <a16:creationId xmlns:a16="http://schemas.microsoft.com/office/drawing/2014/main" id="{F1C37633-C8A1-A5EB-2F96-8C6EAA4059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2753804" y="4913572"/>
            <a:ext cx="420053" cy="385763"/>
          </a:xfrm>
          <a:prstGeom prst="rect">
            <a:avLst/>
          </a:prstGeom>
        </p:spPr>
      </p:pic>
      <p:pic>
        <p:nvPicPr>
          <p:cNvPr id="139" name="Graphic 138">
            <a:extLst>
              <a:ext uri="{FF2B5EF4-FFF2-40B4-BE49-F238E27FC236}">
                <a16:creationId xmlns:a16="http://schemas.microsoft.com/office/drawing/2014/main" id="{398CB76D-9B04-BE52-68DB-C3C1BE94E7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3358861" y="4896427"/>
            <a:ext cx="325755" cy="420053"/>
          </a:xfrm>
          <a:prstGeom prst="rect">
            <a:avLst/>
          </a:prstGeom>
        </p:spPr>
      </p:pic>
      <p:pic>
        <p:nvPicPr>
          <p:cNvPr id="141" name="Graphic 140">
            <a:extLst>
              <a:ext uri="{FF2B5EF4-FFF2-40B4-BE49-F238E27FC236}">
                <a16:creationId xmlns:a16="http://schemas.microsoft.com/office/drawing/2014/main" id="{BAE9A08F-DE87-178D-B72B-3A8070F35D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3861494" y="4874996"/>
            <a:ext cx="608648" cy="462915"/>
          </a:xfrm>
          <a:prstGeom prst="rect">
            <a:avLst/>
          </a:prstGeom>
        </p:spPr>
      </p:pic>
      <p:pic>
        <p:nvPicPr>
          <p:cNvPr id="143" name="Graphic 142">
            <a:extLst>
              <a:ext uri="{FF2B5EF4-FFF2-40B4-BE49-F238E27FC236}">
                <a16:creationId xmlns:a16="http://schemas.microsoft.com/office/drawing/2014/main" id="{F5C6231E-85E1-1CBE-B33A-5FFEF76503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4618353" y="4874996"/>
            <a:ext cx="711518" cy="462915"/>
          </a:xfrm>
          <a:prstGeom prst="rect">
            <a:avLst/>
          </a:prstGeom>
        </p:spPr>
      </p:pic>
      <p:pic>
        <p:nvPicPr>
          <p:cNvPr id="145" name="Graphic 144">
            <a:extLst>
              <a:ext uri="{FF2B5EF4-FFF2-40B4-BE49-F238E27FC236}">
                <a16:creationId xmlns:a16="http://schemas.microsoft.com/office/drawing/2014/main" id="{725CCA50-53C6-785A-78A5-8ACB3EF13B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5478082" y="4874996"/>
            <a:ext cx="754380" cy="462915"/>
          </a:xfrm>
          <a:prstGeom prst="rect">
            <a:avLst/>
          </a:prstGeom>
        </p:spPr>
      </p:pic>
      <p:pic>
        <p:nvPicPr>
          <p:cNvPr id="147" name="Graphic 146">
            <a:extLst>
              <a:ext uri="{FF2B5EF4-FFF2-40B4-BE49-F238E27FC236}">
                <a16:creationId xmlns:a16="http://schemas.microsoft.com/office/drawing/2014/main" id="{F4851B87-A55E-D4DA-0B3E-D0BDE3E1FC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6394516" y="4909286"/>
            <a:ext cx="300038" cy="394335"/>
          </a:xfrm>
          <a:prstGeom prst="rect">
            <a:avLst/>
          </a:prstGeom>
        </p:spPr>
      </p:pic>
      <p:pic>
        <p:nvPicPr>
          <p:cNvPr id="149" name="Graphic 148">
            <a:extLst>
              <a:ext uri="{FF2B5EF4-FFF2-40B4-BE49-F238E27FC236}">
                <a16:creationId xmlns:a16="http://schemas.microsoft.com/office/drawing/2014/main" id="{157F691C-D46D-766E-CA94-6905BEBCEE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6877809" y="4926431"/>
            <a:ext cx="377190" cy="360045"/>
          </a:xfrm>
          <a:prstGeom prst="rect">
            <a:avLst/>
          </a:prstGeom>
        </p:spPr>
      </p:pic>
      <p:pic>
        <p:nvPicPr>
          <p:cNvPr id="151" name="Graphic 150">
            <a:extLst>
              <a:ext uri="{FF2B5EF4-FFF2-40B4-BE49-F238E27FC236}">
                <a16:creationId xmlns:a16="http://schemas.microsoft.com/office/drawing/2014/main" id="{9AAACC5C-9362-1E2D-D034-5247F60C54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7410843" y="4913572"/>
            <a:ext cx="385763" cy="385763"/>
          </a:xfrm>
          <a:prstGeom prst="rect">
            <a:avLst/>
          </a:prstGeom>
        </p:spPr>
      </p:pic>
      <p:pic>
        <p:nvPicPr>
          <p:cNvPr id="153" name="Graphic 152">
            <a:extLst>
              <a:ext uri="{FF2B5EF4-FFF2-40B4-BE49-F238E27FC236}">
                <a16:creationId xmlns:a16="http://schemas.microsoft.com/office/drawing/2014/main" id="{80DDFF81-37E0-94D4-7000-73F802398A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7922551" y="4896427"/>
            <a:ext cx="565785" cy="420053"/>
          </a:xfrm>
          <a:prstGeom prst="rect">
            <a:avLst/>
          </a:prstGeom>
        </p:spPr>
      </p:pic>
      <p:pic>
        <p:nvPicPr>
          <p:cNvPr id="155" name="Graphic 154">
            <a:extLst>
              <a:ext uri="{FF2B5EF4-FFF2-40B4-BE49-F238E27FC236}">
                <a16:creationId xmlns:a16="http://schemas.microsoft.com/office/drawing/2014/main" id="{AAD0543C-2146-6F31-B163-13CBFD772F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8679322" y="4943576"/>
            <a:ext cx="420053" cy="325755"/>
          </a:xfrm>
          <a:prstGeom prst="rect">
            <a:avLst/>
          </a:prstGeom>
        </p:spPr>
      </p:pic>
      <p:pic>
        <p:nvPicPr>
          <p:cNvPr id="157" name="Graphic 156">
            <a:extLst>
              <a:ext uri="{FF2B5EF4-FFF2-40B4-BE49-F238E27FC236}">
                <a16:creationId xmlns:a16="http://schemas.microsoft.com/office/drawing/2014/main" id="{3CFE4233-6A4D-28A6-73F7-EAF46A1907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9324081" y="4922144"/>
            <a:ext cx="582930" cy="368618"/>
          </a:xfrm>
          <a:prstGeom prst="rect">
            <a:avLst/>
          </a:prstGeom>
        </p:spPr>
      </p:pic>
      <p:pic>
        <p:nvPicPr>
          <p:cNvPr id="159" name="Graphic 158">
            <a:extLst>
              <a:ext uri="{FF2B5EF4-FFF2-40B4-BE49-F238E27FC236}">
                <a16:creationId xmlns:a16="http://schemas.microsoft.com/office/drawing/2014/main" id="{A97AC7D1-CFCE-635B-FF65-7FB76BD7EF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10069206" y="4900713"/>
            <a:ext cx="471488" cy="411480"/>
          </a:xfrm>
          <a:prstGeom prst="rect">
            <a:avLst/>
          </a:prstGeom>
        </p:spPr>
      </p:pic>
      <p:sp>
        <p:nvSpPr>
          <p:cNvPr id="54" name="Forme libre 7">
            <a:extLst>
              <a:ext uri="{FF2B5EF4-FFF2-40B4-BE49-F238E27FC236}">
                <a16:creationId xmlns:a16="http://schemas.microsoft.com/office/drawing/2014/main" id="{DA67E40C-F7BE-F9AD-3DFE-54E73C90B536}"/>
              </a:ext>
            </a:extLst>
          </p:cNvPr>
          <p:cNvSpPr/>
          <p:nvPr/>
        </p:nvSpPr>
        <p:spPr>
          <a:xfrm>
            <a:off x="6819543" y="6096068"/>
            <a:ext cx="1620202" cy="806898"/>
          </a:xfrm>
          <a:custGeom>
            <a:avLst/>
            <a:gdLst>
              <a:gd name="connsiteX0" fmla="*/ 0 w 1620202"/>
              <a:gd name="connsiteY0" fmla="*/ 0 h 806898"/>
              <a:gd name="connsiteX1" fmla="*/ 1620203 w 1620202"/>
              <a:gd name="connsiteY1" fmla="*/ 0 h 806898"/>
              <a:gd name="connsiteX2" fmla="*/ 1620203 w 1620202"/>
              <a:gd name="connsiteY2" fmla="*/ 806899 h 806898"/>
              <a:gd name="connsiteX3" fmla="*/ 0 w 1620202"/>
              <a:gd name="connsiteY3" fmla="*/ 806899 h 806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0202" h="806898">
                <a:moveTo>
                  <a:pt x="0" y="0"/>
                </a:moveTo>
                <a:lnTo>
                  <a:pt x="1620203" y="0"/>
                </a:lnTo>
                <a:lnTo>
                  <a:pt x="1620203" y="806899"/>
                </a:lnTo>
                <a:lnTo>
                  <a:pt x="0" y="806899"/>
                </a:lnTo>
                <a:close/>
              </a:path>
            </a:pathLst>
          </a:custGeom>
          <a:noFill/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2" name="Graphic 5">
            <a:extLst>
              <a:ext uri="{FF2B5EF4-FFF2-40B4-BE49-F238E27FC236}">
                <a16:creationId xmlns:a16="http://schemas.microsoft.com/office/drawing/2014/main" id="{85EA838C-A2FB-4BF1-7F00-DD003606F6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5829073" y="5571976"/>
            <a:ext cx="600075" cy="40290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D9ECA4D6-1B0D-F3E5-96F2-451C6C7F8E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10699931" y="4873731"/>
            <a:ext cx="678771" cy="465443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FC9B9D0-ED64-91DB-A3A4-2E6FEE9989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593466" y="5558225"/>
            <a:ext cx="746760" cy="52578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59E36411-5A94-B09E-B774-A69DDF61B1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1479205" y="5602516"/>
            <a:ext cx="780098" cy="437198"/>
          </a:xfrm>
          <a:prstGeom prst="rect">
            <a:avLst/>
          </a:prstGeom>
        </p:spPr>
      </p:pic>
      <p:sp>
        <p:nvSpPr>
          <p:cNvPr id="6" name="Free-form: Shape 5">
            <a:extLst>
              <a:ext uri="{FF2B5EF4-FFF2-40B4-BE49-F238E27FC236}">
                <a16:creationId xmlns:a16="http://schemas.microsoft.com/office/drawing/2014/main" id="{D04E4D60-01FA-298A-B72D-A3A15B290AA6}"/>
              </a:ext>
            </a:extLst>
          </p:cNvPr>
          <p:cNvSpPr/>
          <p:nvPr/>
        </p:nvSpPr>
        <p:spPr>
          <a:xfrm>
            <a:off x="2445035" y="5821115"/>
            <a:ext cx="168020" cy="168020"/>
          </a:xfrm>
          <a:custGeom>
            <a:avLst/>
            <a:gdLst>
              <a:gd name="csX0" fmla="*/ 84011 w 168020"/>
              <a:gd name="csY0" fmla="*/ 0 h 168020"/>
              <a:gd name="csX1" fmla="*/ 0 w 168020"/>
              <a:gd name="csY1" fmla="*/ 84010 h 168020"/>
              <a:gd name="csX2" fmla="*/ 84011 w 168020"/>
              <a:gd name="csY2" fmla="*/ 168021 h 168020"/>
              <a:gd name="csX3" fmla="*/ 168021 w 168020"/>
              <a:gd name="csY3" fmla="*/ 84010 h 168020"/>
              <a:gd name="csX4" fmla="*/ 84011 w 168020"/>
              <a:gd name="csY4" fmla="*/ 0 h 168020"/>
              <a:gd name="csX5" fmla="*/ 83153 w 168020"/>
              <a:gd name="csY5" fmla="*/ 142303 h 168020"/>
              <a:gd name="csX6" fmla="*/ 25718 w 168020"/>
              <a:gd name="csY6" fmla="*/ 84010 h 168020"/>
              <a:gd name="csX7" fmla="*/ 84011 w 168020"/>
              <a:gd name="csY7" fmla="*/ 25718 h 168020"/>
              <a:gd name="csX8" fmla="*/ 142304 w 168020"/>
              <a:gd name="csY8" fmla="*/ 84010 h 168020"/>
              <a:gd name="csX9" fmla="*/ 83153 w 168020"/>
              <a:gd name="csY9" fmla="*/ 142303 h 1680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68020" h="168020">
                <a:moveTo>
                  <a:pt x="84011" y="0"/>
                </a:moveTo>
                <a:cubicBezTo>
                  <a:pt x="37719" y="0"/>
                  <a:pt x="0" y="37719"/>
                  <a:pt x="0" y="84010"/>
                </a:cubicBezTo>
                <a:cubicBezTo>
                  <a:pt x="0" y="130302"/>
                  <a:pt x="37290" y="168021"/>
                  <a:pt x="84011" y="168021"/>
                </a:cubicBezTo>
                <a:cubicBezTo>
                  <a:pt x="130731" y="168021"/>
                  <a:pt x="168021" y="130302"/>
                  <a:pt x="168021" y="84010"/>
                </a:cubicBezTo>
                <a:cubicBezTo>
                  <a:pt x="168021" y="37719"/>
                  <a:pt x="129530" y="0"/>
                  <a:pt x="84011" y="0"/>
                </a:cubicBezTo>
                <a:close/>
                <a:moveTo>
                  <a:pt x="83153" y="142303"/>
                </a:moveTo>
                <a:cubicBezTo>
                  <a:pt x="51521" y="142303"/>
                  <a:pt x="25718" y="116157"/>
                  <a:pt x="25718" y="84010"/>
                </a:cubicBezTo>
                <a:cubicBezTo>
                  <a:pt x="25718" y="51864"/>
                  <a:pt x="51864" y="25718"/>
                  <a:pt x="84011" y="25718"/>
                </a:cubicBezTo>
                <a:cubicBezTo>
                  <a:pt x="116157" y="25718"/>
                  <a:pt x="142304" y="52378"/>
                  <a:pt x="142304" y="84010"/>
                </a:cubicBezTo>
                <a:cubicBezTo>
                  <a:pt x="142304" y="115643"/>
                  <a:pt x="116157" y="142303"/>
                  <a:pt x="83153" y="142303"/>
                </a:cubicBezTo>
                <a:close/>
              </a:path>
            </a:pathLst>
          </a:custGeom>
          <a:solidFill>
            <a:schemeClr val="tx1"/>
          </a:solidFill>
          <a:ln w="8548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8" name="Free-form: Shape 7">
            <a:extLst>
              <a:ext uri="{FF2B5EF4-FFF2-40B4-BE49-F238E27FC236}">
                <a16:creationId xmlns:a16="http://schemas.microsoft.com/office/drawing/2014/main" id="{B268E58A-0BEA-47D2-C8D8-5474FDBF0E01}"/>
              </a:ext>
            </a:extLst>
          </p:cNvPr>
          <p:cNvSpPr/>
          <p:nvPr/>
        </p:nvSpPr>
        <p:spPr>
          <a:xfrm>
            <a:off x="2370712" y="5572513"/>
            <a:ext cx="667626" cy="499519"/>
          </a:xfrm>
          <a:custGeom>
            <a:avLst/>
            <a:gdLst>
              <a:gd name="csX0" fmla="*/ 622964 w 667626"/>
              <a:gd name="csY0" fmla="*/ 320697 h 499519"/>
              <a:gd name="csX1" fmla="*/ 622964 w 667626"/>
              <a:gd name="csY1" fmla="*/ 204968 h 499519"/>
              <a:gd name="csX2" fmla="*/ 586702 w 667626"/>
              <a:gd name="csY2" fmla="*/ 189624 h 499519"/>
              <a:gd name="csX3" fmla="*/ 496948 w 667626"/>
              <a:gd name="csY3" fmla="*/ 166564 h 499519"/>
              <a:gd name="csX4" fmla="*/ 496948 w 667626"/>
              <a:gd name="csY4" fmla="*/ 48006 h 499519"/>
              <a:gd name="csX5" fmla="*/ 471230 w 667626"/>
              <a:gd name="csY5" fmla="*/ 48006 h 499519"/>
              <a:gd name="csX6" fmla="*/ 471230 w 667626"/>
              <a:gd name="csY6" fmla="*/ 164763 h 499519"/>
              <a:gd name="csX7" fmla="*/ 463515 w 667626"/>
              <a:gd name="csY7" fmla="*/ 164592 h 499519"/>
              <a:gd name="csX8" fmla="*/ 425196 w 667626"/>
              <a:gd name="csY8" fmla="*/ 164592 h 499519"/>
              <a:gd name="csX9" fmla="*/ 403679 w 667626"/>
              <a:gd name="csY9" fmla="*/ 0 h 499519"/>
              <a:gd name="csX10" fmla="*/ 95841 w 667626"/>
              <a:gd name="csY10" fmla="*/ 0 h 499519"/>
              <a:gd name="csX11" fmla="*/ 77924 w 667626"/>
              <a:gd name="csY11" fmla="*/ 118043 h 499519"/>
              <a:gd name="csX12" fmla="*/ 103384 w 667626"/>
              <a:gd name="csY12" fmla="*/ 121901 h 499519"/>
              <a:gd name="csX13" fmla="*/ 118043 w 667626"/>
              <a:gd name="csY13" fmla="*/ 25632 h 499519"/>
              <a:gd name="csX14" fmla="*/ 167850 w 667626"/>
              <a:gd name="csY14" fmla="*/ 25632 h 499519"/>
              <a:gd name="csX15" fmla="*/ 167850 w 667626"/>
              <a:gd name="csY15" fmla="*/ 129016 h 499519"/>
              <a:gd name="csX16" fmla="*/ 157563 w 667626"/>
              <a:gd name="csY16" fmla="*/ 128588 h 499519"/>
              <a:gd name="csX17" fmla="*/ 15859 w 667626"/>
              <a:gd name="csY17" fmla="*/ 186109 h 499519"/>
              <a:gd name="csX18" fmla="*/ 33604 w 667626"/>
              <a:gd name="csY18" fmla="*/ 204711 h 499519"/>
              <a:gd name="csX19" fmla="*/ 157648 w 667626"/>
              <a:gd name="csY19" fmla="*/ 154219 h 499519"/>
              <a:gd name="csX20" fmla="*/ 332013 w 667626"/>
              <a:gd name="csY20" fmla="*/ 291036 h 499519"/>
              <a:gd name="csX21" fmla="*/ 334413 w 667626"/>
              <a:gd name="csY21" fmla="*/ 300809 h 499519"/>
              <a:gd name="csX22" fmla="*/ 443198 w 667626"/>
              <a:gd name="csY22" fmla="*/ 300809 h 499519"/>
              <a:gd name="csX23" fmla="*/ 428711 w 667626"/>
              <a:gd name="csY23" fmla="*/ 190224 h 499519"/>
              <a:gd name="csX24" fmla="*/ 463687 w 667626"/>
              <a:gd name="csY24" fmla="*/ 190224 h 499519"/>
              <a:gd name="csX25" fmla="*/ 576929 w 667626"/>
              <a:gd name="csY25" fmla="*/ 213198 h 499519"/>
              <a:gd name="csX26" fmla="*/ 597418 w 667626"/>
              <a:gd name="csY26" fmla="*/ 221856 h 499519"/>
              <a:gd name="csX27" fmla="*/ 597418 w 667626"/>
              <a:gd name="csY27" fmla="*/ 308353 h 499519"/>
              <a:gd name="csX28" fmla="*/ 569128 w 667626"/>
              <a:gd name="csY28" fmla="*/ 304067 h 499519"/>
              <a:gd name="csX29" fmla="*/ 476631 w 667626"/>
              <a:gd name="csY29" fmla="*/ 371104 h 499519"/>
              <a:gd name="csX30" fmla="*/ 288465 w 667626"/>
              <a:gd name="csY30" fmla="*/ 371104 h 499519"/>
              <a:gd name="csX31" fmla="*/ 289665 w 667626"/>
              <a:gd name="csY31" fmla="*/ 367074 h 499519"/>
              <a:gd name="csX32" fmla="*/ 320526 w 667626"/>
              <a:gd name="csY32" fmla="*/ 362531 h 499519"/>
              <a:gd name="csX33" fmla="*/ 320526 w 667626"/>
              <a:gd name="csY33" fmla="*/ 300895 h 499519"/>
              <a:gd name="csX34" fmla="*/ 289408 w 667626"/>
              <a:gd name="csY34" fmla="*/ 296266 h 499519"/>
              <a:gd name="csX35" fmla="*/ 282464 w 667626"/>
              <a:gd name="csY35" fmla="*/ 280406 h 499519"/>
              <a:gd name="csX36" fmla="*/ 277578 w 667626"/>
              <a:gd name="csY36" fmla="*/ 269519 h 499519"/>
              <a:gd name="csX37" fmla="*/ 277578 w 667626"/>
              <a:gd name="csY37" fmla="*/ 269262 h 499519"/>
              <a:gd name="csX38" fmla="*/ 293780 w 667626"/>
              <a:gd name="csY38" fmla="*/ 241402 h 499519"/>
              <a:gd name="csX39" fmla="*/ 251431 w 667626"/>
              <a:gd name="csY39" fmla="*/ 199053 h 499519"/>
              <a:gd name="csX40" fmla="*/ 223742 w 667626"/>
              <a:gd name="csY40" fmla="*/ 215170 h 499519"/>
              <a:gd name="csX41" fmla="*/ 223657 w 667626"/>
              <a:gd name="csY41" fmla="*/ 215170 h 499519"/>
              <a:gd name="csX42" fmla="*/ 196482 w 667626"/>
              <a:gd name="csY42" fmla="*/ 203083 h 499519"/>
              <a:gd name="csX43" fmla="*/ 191938 w 667626"/>
              <a:gd name="csY43" fmla="*/ 172222 h 499519"/>
              <a:gd name="csX44" fmla="*/ 128588 w 667626"/>
              <a:gd name="csY44" fmla="*/ 172222 h 499519"/>
              <a:gd name="csX45" fmla="*/ 123958 w 667626"/>
              <a:gd name="csY45" fmla="*/ 203340 h 499519"/>
              <a:gd name="csX46" fmla="*/ 108099 w 667626"/>
              <a:gd name="csY46" fmla="*/ 210198 h 499519"/>
              <a:gd name="csX47" fmla="*/ 97212 w 667626"/>
              <a:gd name="csY47" fmla="*/ 215084 h 499519"/>
              <a:gd name="csX48" fmla="*/ 96955 w 667626"/>
              <a:gd name="csY48" fmla="*/ 215084 h 499519"/>
              <a:gd name="csX49" fmla="*/ 69094 w 667626"/>
              <a:gd name="csY49" fmla="*/ 198882 h 499519"/>
              <a:gd name="csX50" fmla="*/ 26832 w 667626"/>
              <a:gd name="csY50" fmla="*/ 241230 h 499519"/>
              <a:gd name="csX51" fmla="*/ 42948 w 667626"/>
              <a:gd name="csY51" fmla="*/ 268919 h 499519"/>
              <a:gd name="csX52" fmla="*/ 42948 w 667626"/>
              <a:gd name="csY52" fmla="*/ 268919 h 499519"/>
              <a:gd name="csX53" fmla="*/ 30861 w 667626"/>
              <a:gd name="csY53" fmla="*/ 296266 h 499519"/>
              <a:gd name="csX54" fmla="*/ 0 w 667626"/>
              <a:gd name="csY54" fmla="*/ 300809 h 499519"/>
              <a:gd name="csX55" fmla="*/ 0 w 667626"/>
              <a:gd name="csY55" fmla="*/ 362445 h 499519"/>
              <a:gd name="csX56" fmla="*/ 31118 w 667626"/>
              <a:gd name="csY56" fmla="*/ 367074 h 499519"/>
              <a:gd name="csX57" fmla="*/ 38062 w 667626"/>
              <a:gd name="csY57" fmla="*/ 382934 h 499519"/>
              <a:gd name="csX58" fmla="*/ 42948 w 667626"/>
              <a:gd name="csY58" fmla="*/ 393821 h 499519"/>
              <a:gd name="csX59" fmla="*/ 42948 w 667626"/>
              <a:gd name="csY59" fmla="*/ 394078 h 499519"/>
              <a:gd name="csX60" fmla="*/ 26746 w 667626"/>
              <a:gd name="csY60" fmla="*/ 421938 h 499519"/>
              <a:gd name="csX61" fmla="*/ 69009 w 667626"/>
              <a:gd name="csY61" fmla="*/ 464287 h 499519"/>
              <a:gd name="csX62" fmla="*/ 96698 w 667626"/>
              <a:gd name="csY62" fmla="*/ 448170 h 499519"/>
              <a:gd name="csX63" fmla="*/ 96784 w 667626"/>
              <a:gd name="csY63" fmla="*/ 448170 h 499519"/>
              <a:gd name="csX64" fmla="*/ 123958 w 667626"/>
              <a:gd name="csY64" fmla="*/ 460258 h 499519"/>
              <a:gd name="csX65" fmla="*/ 128502 w 667626"/>
              <a:gd name="csY65" fmla="*/ 491119 h 499519"/>
              <a:gd name="csX66" fmla="*/ 191853 w 667626"/>
              <a:gd name="csY66" fmla="*/ 491119 h 499519"/>
              <a:gd name="csX67" fmla="*/ 196482 w 667626"/>
              <a:gd name="csY67" fmla="*/ 460000 h 499519"/>
              <a:gd name="csX68" fmla="*/ 212341 w 667626"/>
              <a:gd name="csY68" fmla="*/ 453057 h 499519"/>
              <a:gd name="csX69" fmla="*/ 223228 w 667626"/>
              <a:gd name="csY69" fmla="*/ 448170 h 499519"/>
              <a:gd name="csX70" fmla="*/ 223485 w 667626"/>
              <a:gd name="csY70" fmla="*/ 448170 h 499519"/>
              <a:gd name="csX71" fmla="*/ 251346 w 667626"/>
              <a:gd name="csY71" fmla="*/ 464372 h 499519"/>
              <a:gd name="csX72" fmla="*/ 293694 w 667626"/>
              <a:gd name="csY72" fmla="*/ 422024 h 499519"/>
              <a:gd name="csX73" fmla="*/ 278949 w 667626"/>
              <a:gd name="csY73" fmla="*/ 396821 h 499519"/>
              <a:gd name="csX74" fmla="*/ 471573 w 667626"/>
              <a:gd name="csY74" fmla="*/ 396821 h 499519"/>
              <a:gd name="csX75" fmla="*/ 471316 w 667626"/>
              <a:gd name="csY75" fmla="*/ 401793 h 499519"/>
              <a:gd name="csX76" fmla="*/ 568185 w 667626"/>
              <a:gd name="csY76" fmla="*/ 499520 h 499519"/>
              <a:gd name="csX77" fmla="*/ 569900 w 667626"/>
              <a:gd name="csY77" fmla="*/ 499520 h 499519"/>
              <a:gd name="csX78" fmla="*/ 667626 w 667626"/>
              <a:gd name="csY78" fmla="*/ 401793 h 499519"/>
              <a:gd name="csX79" fmla="*/ 623049 w 667626"/>
              <a:gd name="csY79" fmla="*/ 320612 h 499519"/>
              <a:gd name="csX80" fmla="*/ 354216 w 667626"/>
              <a:gd name="csY80" fmla="*/ 275177 h 499519"/>
              <a:gd name="csX81" fmla="*/ 193481 w 667626"/>
              <a:gd name="csY81" fmla="*/ 131845 h 499519"/>
              <a:gd name="csX82" fmla="*/ 193481 w 667626"/>
              <a:gd name="csY82" fmla="*/ 25718 h 499519"/>
              <a:gd name="csX83" fmla="*/ 381048 w 667626"/>
              <a:gd name="csY83" fmla="*/ 25718 h 499519"/>
              <a:gd name="csX84" fmla="*/ 413709 w 667626"/>
              <a:gd name="csY84" fmla="*/ 275177 h 499519"/>
              <a:gd name="csX85" fmla="*/ 354216 w 667626"/>
              <a:gd name="csY85" fmla="*/ 275177 h 499519"/>
              <a:gd name="csX86" fmla="*/ 264719 w 667626"/>
              <a:gd name="csY86" fmla="*/ 360131 h 499519"/>
              <a:gd name="csX87" fmla="*/ 254689 w 667626"/>
              <a:gd name="csY87" fmla="*/ 382162 h 499519"/>
              <a:gd name="csX88" fmla="*/ 252632 w 667626"/>
              <a:gd name="csY88" fmla="*/ 401364 h 499519"/>
              <a:gd name="csX89" fmla="*/ 253403 w 667626"/>
              <a:gd name="csY89" fmla="*/ 404365 h 499519"/>
              <a:gd name="csX90" fmla="*/ 261290 w 667626"/>
              <a:gd name="csY90" fmla="*/ 417995 h 499519"/>
              <a:gd name="csX91" fmla="*/ 246974 w 667626"/>
              <a:gd name="csY91" fmla="*/ 432311 h 499519"/>
              <a:gd name="csX92" fmla="*/ 236001 w 667626"/>
              <a:gd name="csY92" fmla="*/ 425882 h 499519"/>
              <a:gd name="csX93" fmla="*/ 211655 w 667626"/>
              <a:gd name="csY93" fmla="*/ 425196 h 499519"/>
              <a:gd name="csX94" fmla="*/ 201197 w 667626"/>
              <a:gd name="csY94" fmla="*/ 429911 h 499519"/>
              <a:gd name="csX95" fmla="*/ 186709 w 667626"/>
              <a:gd name="csY95" fmla="*/ 436255 h 499519"/>
              <a:gd name="csX96" fmla="*/ 171450 w 667626"/>
              <a:gd name="csY96" fmla="*/ 452199 h 499519"/>
              <a:gd name="csX97" fmla="*/ 169393 w 667626"/>
              <a:gd name="csY97" fmla="*/ 465573 h 499519"/>
              <a:gd name="csX98" fmla="*/ 150447 w 667626"/>
              <a:gd name="csY98" fmla="*/ 465573 h 499519"/>
              <a:gd name="csX99" fmla="*/ 148647 w 667626"/>
              <a:gd name="csY99" fmla="*/ 453400 h 499519"/>
              <a:gd name="csX100" fmla="*/ 148390 w 667626"/>
              <a:gd name="csY100" fmla="*/ 452114 h 499519"/>
              <a:gd name="csX101" fmla="*/ 130645 w 667626"/>
              <a:gd name="csY101" fmla="*/ 435569 h 499519"/>
              <a:gd name="csX102" fmla="*/ 108614 w 667626"/>
              <a:gd name="csY102" fmla="*/ 425625 h 499519"/>
              <a:gd name="csX103" fmla="*/ 89411 w 667626"/>
              <a:gd name="csY103" fmla="*/ 423567 h 499519"/>
              <a:gd name="csX104" fmla="*/ 86411 w 667626"/>
              <a:gd name="csY104" fmla="*/ 424339 h 499519"/>
              <a:gd name="csX105" fmla="*/ 72781 w 667626"/>
              <a:gd name="csY105" fmla="*/ 432225 h 499519"/>
              <a:gd name="csX106" fmla="*/ 58464 w 667626"/>
              <a:gd name="csY106" fmla="*/ 417995 h 499519"/>
              <a:gd name="csX107" fmla="*/ 64894 w 667626"/>
              <a:gd name="csY107" fmla="*/ 407022 h 499519"/>
              <a:gd name="csX108" fmla="*/ 69180 w 667626"/>
              <a:gd name="csY108" fmla="*/ 394421 h 499519"/>
              <a:gd name="csX109" fmla="*/ 65580 w 667626"/>
              <a:gd name="csY109" fmla="*/ 382762 h 499519"/>
              <a:gd name="csX110" fmla="*/ 60865 w 667626"/>
              <a:gd name="csY110" fmla="*/ 372304 h 499519"/>
              <a:gd name="csX111" fmla="*/ 54521 w 667626"/>
              <a:gd name="csY111" fmla="*/ 357816 h 499519"/>
              <a:gd name="csX112" fmla="*/ 38576 w 667626"/>
              <a:gd name="csY112" fmla="*/ 342557 h 499519"/>
              <a:gd name="csX113" fmla="*/ 25203 w 667626"/>
              <a:gd name="csY113" fmla="*/ 340500 h 499519"/>
              <a:gd name="csX114" fmla="*/ 25203 w 667626"/>
              <a:gd name="csY114" fmla="*/ 323269 h 499519"/>
              <a:gd name="csX115" fmla="*/ 37376 w 667626"/>
              <a:gd name="csY115" fmla="*/ 321469 h 499519"/>
              <a:gd name="csX116" fmla="*/ 38576 w 667626"/>
              <a:gd name="csY116" fmla="*/ 321212 h 499519"/>
              <a:gd name="csX117" fmla="*/ 55121 w 667626"/>
              <a:gd name="csY117" fmla="*/ 303467 h 499519"/>
              <a:gd name="csX118" fmla="*/ 65151 w 667626"/>
              <a:gd name="csY118" fmla="*/ 281435 h 499519"/>
              <a:gd name="csX119" fmla="*/ 67208 w 667626"/>
              <a:gd name="csY119" fmla="*/ 262233 h 499519"/>
              <a:gd name="csX120" fmla="*/ 66437 w 667626"/>
              <a:gd name="csY120" fmla="*/ 259232 h 499519"/>
              <a:gd name="csX121" fmla="*/ 58464 w 667626"/>
              <a:gd name="csY121" fmla="*/ 245602 h 499519"/>
              <a:gd name="csX122" fmla="*/ 72781 w 667626"/>
              <a:gd name="csY122" fmla="*/ 231372 h 499519"/>
              <a:gd name="csX123" fmla="*/ 83753 w 667626"/>
              <a:gd name="csY123" fmla="*/ 237801 h 499519"/>
              <a:gd name="csX124" fmla="*/ 108099 w 667626"/>
              <a:gd name="csY124" fmla="*/ 238487 h 499519"/>
              <a:gd name="csX125" fmla="*/ 118558 w 667626"/>
              <a:gd name="csY125" fmla="*/ 233772 h 499519"/>
              <a:gd name="csX126" fmla="*/ 133045 w 667626"/>
              <a:gd name="csY126" fmla="*/ 227514 h 499519"/>
              <a:gd name="csX127" fmla="*/ 148304 w 667626"/>
              <a:gd name="csY127" fmla="*/ 211569 h 499519"/>
              <a:gd name="csX128" fmla="*/ 150362 w 667626"/>
              <a:gd name="csY128" fmla="*/ 198110 h 499519"/>
              <a:gd name="csX129" fmla="*/ 169307 w 667626"/>
              <a:gd name="csY129" fmla="*/ 198110 h 499519"/>
              <a:gd name="csX130" fmla="*/ 171107 w 667626"/>
              <a:gd name="csY130" fmla="*/ 210283 h 499519"/>
              <a:gd name="csX131" fmla="*/ 171364 w 667626"/>
              <a:gd name="csY131" fmla="*/ 211484 h 499519"/>
              <a:gd name="csX132" fmla="*/ 189109 w 667626"/>
              <a:gd name="csY132" fmla="*/ 228029 h 499519"/>
              <a:gd name="csX133" fmla="*/ 211141 w 667626"/>
              <a:gd name="csY133" fmla="*/ 237973 h 499519"/>
              <a:gd name="csX134" fmla="*/ 230343 w 667626"/>
              <a:gd name="csY134" fmla="*/ 240030 h 499519"/>
              <a:gd name="csX135" fmla="*/ 233343 w 667626"/>
              <a:gd name="csY135" fmla="*/ 239258 h 499519"/>
              <a:gd name="csX136" fmla="*/ 246888 w 667626"/>
              <a:gd name="csY136" fmla="*/ 231372 h 499519"/>
              <a:gd name="csX137" fmla="*/ 261204 w 667626"/>
              <a:gd name="csY137" fmla="*/ 245688 h 499519"/>
              <a:gd name="csX138" fmla="*/ 254775 w 667626"/>
              <a:gd name="csY138" fmla="*/ 256661 h 499519"/>
              <a:gd name="csX139" fmla="*/ 250488 w 667626"/>
              <a:gd name="csY139" fmla="*/ 269262 h 499519"/>
              <a:gd name="csX140" fmla="*/ 254089 w 667626"/>
              <a:gd name="csY140" fmla="*/ 280921 h 499519"/>
              <a:gd name="csX141" fmla="*/ 258804 w 667626"/>
              <a:gd name="csY141" fmla="*/ 291379 h 499519"/>
              <a:gd name="csX142" fmla="*/ 265147 w 667626"/>
              <a:gd name="csY142" fmla="*/ 305867 h 499519"/>
              <a:gd name="csX143" fmla="*/ 281092 w 667626"/>
              <a:gd name="csY143" fmla="*/ 321126 h 499519"/>
              <a:gd name="csX144" fmla="*/ 294465 w 667626"/>
              <a:gd name="csY144" fmla="*/ 323183 h 499519"/>
              <a:gd name="csX145" fmla="*/ 294465 w 667626"/>
              <a:gd name="csY145" fmla="*/ 340414 h 499519"/>
              <a:gd name="csX146" fmla="*/ 282292 w 667626"/>
              <a:gd name="csY146" fmla="*/ 342214 h 499519"/>
              <a:gd name="csX147" fmla="*/ 281092 w 667626"/>
              <a:gd name="csY147" fmla="*/ 342471 h 499519"/>
              <a:gd name="csX148" fmla="*/ 264547 w 667626"/>
              <a:gd name="csY148" fmla="*/ 360216 h 499519"/>
              <a:gd name="csX149" fmla="*/ 569814 w 667626"/>
              <a:gd name="csY149" fmla="*/ 473888 h 499519"/>
              <a:gd name="csX150" fmla="*/ 568100 w 667626"/>
              <a:gd name="csY150" fmla="*/ 473888 h 499519"/>
              <a:gd name="csX151" fmla="*/ 496948 w 667626"/>
              <a:gd name="csY151" fmla="*/ 401879 h 499519"/>
              <a:gd name="csX152" fmla="*/ 568957 w 667626"/>
              <a:gd name="csY152" fmla="*/ 329870 h 499519"/>
              <a:gd name="csX153" fmla="*/ 641823 w 667626"/>
              <a:gd name="csY153" fmla="*/ 401879 h 499519"/>
              <a:gd name="csX154" fmla="*/ 569814 w 667626"/>
              <a:gd name="csY154" fmla="*/ 473888 h 4995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</a:cxnLst>
            <a:rect l="l" t="t" r="r" b="b"/>
            <a:pathLst>
              <a:path w="667626" h="499519">
                <a:moveTo>
                  <a:pt x="622964" y="320697"/>
                </a:moveTo>
                <a:lnTo>
                  <a:pt x="622964" y="204968"/>
                </a:lnTo>
                <a:lnTo>
                  <a:pt x="586702" y="189624"/>
                </a:lnTo>
                <a:cubicBezTo>
                  <a:pt x="557127" y="177536"/>
                  <a:pt x="527123" y="169821"/>
                  <a:pt x="496948" y="166564"/>
                </a:cubicBezTo>
                <a:lnTo>
                  <a:pt x="496948" y="48006"/>
                </a:lnTo>
                <a:lnTo>
                  <a:pt x="471230" y="48006"/>
                </a:lnTo>
                <a:lnTo>
                  <a:pt x="471230" y="164763"/>
                </a:lnTo>
                <a:cubicBezTo>
                  <a:pt x="468659" y="164763"/>
                  <a:pt x="466087" y="164592"/>
                  <a:pt x="463515" y="164592"/>
                </a:cubicBezTo>
                <a:lnTo>
                  <a:pt x="425196" y="164592"/>
                </a:lnTo>
                <a:lnTo>
                  <a:pt x="403679" y="0"/>
                </a:lnTo>
                <a:lnTo>
                  <a:pt x="95841" y="0"/>
                </a:lnTo>
                <a:lnTo>
                  <a:pt x="77924" y="118043"/>
                </a:lnTo>
                <a:lnTo>
                  <a:pt x="103384" y="121901"/>
                </a:lnTo>
                <a:lnTo>
                  <a:pt x="118043" y="25632"/>
                </a:lnTo>
                <a:lnTo>
                  <a:pt x="167850" y="25632"/>
                </a:lnTo>
                <a:lnTo>
                  <a:pt x="167850" y="129016"/>
                </a:lnTo>
                <a:cubicBezTo>
                  <a:pt x="164421" y="128845"/>
                  <a:pt x="160992" y="128588"/>
                  <a:pt x="157563" y="128588"/>
                </a:cubicBezTo>
                <a:cubicBezTo>
                  <a:pt x="105185" y="128588"/>
                  <a:pt x="54864" y="148990"/>
                  <a:pt x="15859" y="186109"/>
                </a:cubicBezTo>
                <a:lnTo>
                  <a:pt x="33604" y="204711"/>
                </a:lnTo>
                <a:cubicBezTo>
                  <a:pt x="67808" y="172136"/>
                  <a:pt x="111871" y="154219"/>
                  <a:pt x="157648" y="154219"/>
                </a:cubicBezTo>
                <a:cubicBezTo>
                  <a:pt x="240630" y="154219"/>
                  <a:pt x="312296" y="210455"/>
                  <a:pt x="332013" y="291036"/>
                </a:cubicBezTo>
                <a:lnTo>
                  <a:pt x="334413" y="300809"/>
                </a:lnTo>
                <a:lnTo>
                  <a:pt x="443198" y="300809"/>
                </a:lnTo>
                <a:lnTo>
                  <a:pt x="428711" y="190224"/>
                </a:lnTo>
                <a:lnTo>
                  <a:pt x="463687" y="190224"/>
                </a:lnTo>
                <a:cubicBezTo>
                  <a:pt x="501577" y="190224"/>
                  <a:pt x="539725" y="197939"/>
                  <a:pt x="576929" y="213198"/>
                </a:cubicBezTo>
                <a:lnTo>
                  <a:pt x="597418" y="221856"/>
                </a:lnTo>
                <a:lnTo>
                  <a:pt x="597418" y="308353"/>
                </a:lnTo>
                <a:cubicBezTo>
                  <a:pt x="588416" y="305610"/>
                  <a:pt x="578901" y="304067"/>
                  <a:pt x="569128" y="304067"/>
                </a:cubicBezTo>
                <a:cubicBezTo>
                  <a:pt x="526780" y="304067"/>
                  <a:pt x="489833" y="332613"/>
                  <a:pt x="476631" y="371104"/>
                </a:cubicBezTo>
                <a:lnTo>
                  <a:pt x="288465" y="371104"/>
                </a:lnTo>
                <a:cubicBezTo>
                  <a:pt x="288893" y="369732"/>
                  <a:pt x="289322" y="368446"/>
                  <a:pt x="289665" y="367074"/>
                </a:cubicBezTo>
                <a:lnTo>
                  <a:pt x="320526" y="362531"/>
                </a:lnTo>
                <a:lnTo>
                  <a:pt x="320526" y="300895"/>
                </a:lnTo>
                <a:lnTo>
                  <a:pt x="289408" y="296266"/>
                </a:lnTo>
                <a:cubicBezTo>
                  <a:pt x="287350" y="290779"/>
                  <a:pt x="284864" y="285464"/>
                  <a:pt x="282464" y="280406"/>
                </a:cubicBezTo>
                <a:cubicBezTo>
                  <a:pt x="280749" y="276635"/>
                  <a:pt x="279035" y="273034"/>
                  <a:pt x="277578" y="269519"/>
                </a:cubicBezTo>
                <a:lnTo>
                  <a:pt x="277578" y="269262"/>
                </a:lnTo>
                <a:lnTo>
                  <a:pt x="293780" y="241402"/>
                </a:lnTo>
                <a:lnTo>
                  <a:pt x="251431" y="199053"/>
                </a:lnTo>
                <a:lnTo>
                  <a:pt x="223742" y="215170"/>
                </a:lnTo>
                <a:lnTo>
                  <a:pt x="223657" y="215170"/>
                </a:lnTo>
                <a:cubicBezTo>
                  <a:pt x="215170" y="210198"/>
                  <a:pt x="206169" y="205397"/>
                  <a:pt x="196482" y="203083"/>
                </a:cubicBezTo>
                <a:lnTo>
                  <a:pt x="191938" y="172222"/>
                </a:lnTo>
                <a:lnTo>
                  <a:pt x="128588" y="172222"/>
                </a:lnTo>
                <a:lnTo>
                  <a:pt x="123958" y="203340"/>
                </a:lnTo>
                <a:cubicBezTo>
                  <a:pt x="118472" y="205397"/>
                  <a:pt x="113243" y="207883"/>
                  <a:pt x="108099" y="210198"/>
                </a:cubicBezTo>
                <a:cubicBezTo>
                  <a:pt x="104327" y="211912"/>
                  <a:pt x="100727" y="213627"/>
                  <a:pt x="97212" y="215084"/>
                </a:cubicBezTo>
                <a:lnTo>
                  <a:pt x="96955" y="215084"/>
                </a:lnTo>
                <a:lnTo>
                  <a:pt x="69094" y="198882"/>
                </a:lnTo>
                <a:lnTo>
                  <a:pt x="26832" y="241230"/>
                </a:lnTo>
                <a:lnTo>
                  <a:pt x="42948" y="268919"/>
                </a:lnTo>
                <a:lnTo>
                  <a:pt x="42948" y="268919"/>
                </a:lnTo>
                <a:cubicBezTo>
                  <a:pt x="37976" y="277492"/>
                  <a:pt x="33176" y="286579"/>
                  <a:pt x="30861" y="296266"/>
                </a:cubicBezTo>
                <a:lnTo>
                  <a:pt x="0" y="300809"/>
                </a:lnTo>
                <a:lnTo>
                  <a:pt x="0" y="362445"/>
                </a:lnTo>
                <a:lnTo>
                  <a:pt x="31118" y="367074"/>
                </a:lnTo>
                <a:cubicBezTo>
                  <a:pt x="33176" y="372561"/>
                  <a:pt x="35662" y="377876"/>
                  <a:pt x="38062" y="382934"/>
                </a:cubicBezTo>
                <a:cubicBezTo>
                  <a:pt x="39776" y="386705"/>
                  <a:pt x="41491" y="390306"/>
                  <a:pt x="42948" y="393821"/>
                </a:cubicBezTo>
                <a:lnTo>
                  <a:pt x="42948" y="394078"/>
                </a:lnTo>
                <a:lnTo>
                  <a:pt x="26746" y="421938"/>
                </a:lnTo>
                <a:lnTo>
                  <a:pt x="69009" y="464287"/>
                </a:lnTo>
                <a:lnTo>
                  <a:pt x="96698" y="448170"/>
                </a:lnTo>
                <a:lnTo>
                  <a:pt x="96784" y="448170"/>
                </a:lnTo>
                <a:cubicBezTo>
                  <a:pt x="105270" y="453142"/>
                  <a:pt x="114271" y="457943"/>
                  <a:pt x="123958" y="460258"/>
                </a:cubicBezTo>
                <a:lnTo>
                  <a:pt x="128502" y="491119"/>
                </a:lnTo>
                <a:lnTo>
                  <a:pt x="191853" y="491119"/>
                </a:lnTo>
                <a:lnTo>
                  <a:pt x="196482" y="460000"/>
                </a:lnTo>
                <a:cubicBezTo>
                  <a:pt x="201968" y="457943"/>
                  <a:pt x="207283" y="455457"/>
                  <a:pt x="212341" y="453057"/>
                </a:cubicBezTo>
                <a:cubicBezTo>
                  <a:pt x="216113" y="451342"/>
                  <a:pt x="219713" y="449628"/>
                  <a:pt x="223228" y="448170"/>
                </a:cubicBezTo>
                <a:lnTo>
                  <a:pt x="223485" y="448170"/>
                </a:lnTo>
                <a:lnTo>
                  <a:pt x="251346" y="464372"/>
                </a:lnTo>
                <a:lnTo>
                  <a:pt x="293694" y="422024"/>
                </a:lnTo>
                <a:lnTo>
                  <a:pt x="278949" y="396821"/>
                </a:lnTo>
                <a:lnTo>
                  <a:pt x="471573" y="396821"/>
                </a:lnTo>
                <a:cubicBezTo>
                  <a:pt x="471488" y="398450"/>
                  <a:pt x="471316" y="400079"/>
                  <a:pt x="471316" y="401793"/>
                </a:cubicBezTo>
                <a:cubicBezTo>
                  <a:pt x="471316" y="455714"/>
                  <a:pt x="514779" y="499520"/>
                  <a:pt x="568185" y="499520"/>
                </a:cubicBezTo>
                <a:lnTo>
                  <a:pt x="569900" y="499520"/>
                </a:lnTo>
                <a:cubicBezTo>
                  <a:pt x="622878" y="499520"/>
                  <a:pt x="667626" y="454771"/>
                  <a:pt x="667626" y="401793"/>
                </a:cubicBezTo>
                <a:cubicBezTo>
                  <a:pt x="667626" y="368446"/>
                  <a:pt x="649710" y="338357"/>
                  <a:pt x="623049" y="320612"/>
                </a:cubicBezTo>
                <a:close/>
                <a:moveTo>
                  <a:pt x="354216" y="275177"/>
                </a:moveTo>
                <a:cubicBezTo>
                  <a:pt x="331842" y="199996"/>
                  <a:pt x="269262" y="145218"/>
                  <a:pt x="193481" y="131845"/>
                </a:cubicBezTo>
                <a:lnTo>
                  <a:pt x="193481" y="25718"/>
                </a:lnTo>
                <a:lnTo>
                  <a:pt x="381048" y="25718"/>
                </a:lnTo>
                <a:lnTo>
                  <a:pt x="413709" y="275177"/>
                </a:lnTo>
                <a:lnTo>
                  <a:pt x="354216" y="275177"/>
                </a:lnTo>
                <a:close/>
                <a:moveTo>
                  <a:pt x="264719" y="360131"/>
                </a:moveTo>
                <a:cubicBezTo>
                  <a:pt x="263261" y="367160"/>
                  <a:pt x="259061" y="374790"/>
                  <a:pt x="254689" y="382162"/>
                </a:cubicBezTo>
                <a:cubicBezTo>
                  <a:pt x="249288" y="389963"/>
                  <a:pt x="251603" y="397935"/>
                  <a:pt x="252632" y="401364"/>
                </a:cubicBezTo>
                <a:lnTo>
                  <a:pt x="253403" y="404365"/>
                </a:lnTo>
                <a:lnTo>
                  <a:pt x="261290" y="417995"/>
                </a:lnTo>
                <a:lnTo>
                  <a:pt x="246974" y="432311"/>
                </a:lnTo>
                <a:lnTo>
                  <a:pt x="236001" y="425882"/>
                </a:lnTo>
                <a:cubicBezTo>
                  <a:pt x="229400" y="420653"/>
                  <a:pt x="218684" y="420395"/>
                  <a:pt x="211655" y="425196"/>
                </a:cubicBezTo>
                <a:cubicBezTo>
                  <a:pt x="208312" y="426653"/>
                  <a:pt x="204797" y="428196"/>
                  <a:pt x="201197" y="429911"/>
                </a:cubicBezTo>
                <a:cubicBezTo>
                  <a:pt x="196310" y="432225"/>
                  <a:pt x="191167" y="434540"/>
                  <a:pt x="186709" y="436255"/>
                </a:cubicBezTo>
                <a:cubicBezTo>
                  <a:pt x="181051" y="438140"/>
                  <a:pt x="173593" y="443455"/>
                  <a:pt x="171450" y="452199"/>
                </a:cubicBezTo>
                <a:lnTo>
                  <a:pt x="169393" y="465573"/>
                </a:lnTo>
                <a:lnTo>
                  <a:pt x="150447" y="465573"/>
                </a:lnTo>
                <a:lnTo>
                  <a:pt x="148647" y="453400"/>
                </a:lnTo>
                <a:lnTo>
                  <a:pt x="148390" y="452114"/>
                </a:lnTo>
                <a:cubicBezTo>
                  <a:pt x="146075" y="442941"/>
                  <a:pt x="138960" y="436340"/>
                  <a:pt x="130645" y="435569"/>
                </a:cubicBezTo>
                <a:cubicBezTo>
                  <a:pt x="123615" y="434111"/>
                  <a:pt x="115986" y="429911"/>
                  <a:pt x="108614" y="425625"/>
                </a:cubicBezTo>
                <a:cubicBezTo>
                  <a:pt x="100813" y="420224"/>
                  <a:pt x="92840" y="422539"/>
                  <a:pt x="89411" y="423567"/>
                </a:cubicBezTo>
                <a:lnTo>
                  <a:pt x="86411" y="424339"/>
                </a:lnTo>
                <a:lnTo>
                  <a:pt x="72781" y="432225"/>
                </a:lnTo>
                <a:lnTo>
                  <a:pt x="58464" y="417995"/>
                </a:lnTo>
                <a:lnTo>
                  <a:pt x="64894" y="407022"/>
                </a:lnTo>
                <a:cubicBezTo>
                  <a:pt x="67637" y="403593"/>
                  <a:pt x="69180" y="399050"/>
                  <a:pt x="69180" y="394421"/>
                </a:cubicBezTo>
                <a:cubicBezTo>
                  <a:pt x="69180" y="390134"/>
                  <a:pt x="67894" y="386020"/>
                  <a:pt x="65580" y="382762"/>
                </a:cubicBezTo>
                <a:cubicBezTo>
                  <a:pt x="64122" y="379333"/>
                  <a:pt x="62494" y="375904"/>
                  <a:pt x="60865" y="372304"/>
                </a:cubicBezTo>
                <a:cubicBezTo>
                  <a:pt x="58550" y="367417"/>
                  <a:pt x="56236" y="362274"/>
                  <a:pt x="54521" y="357816"/>
                </a:cubicBezTo>
                <a:cubicBezTo>
                  <a:pt x="52635" y="352158"/>
                  <a:pt x="47320" y="344700"/>
                  <a:pt x="38576" y="342557"/>
                </a:cubicBezTo>
                <a:lnTo>
                  <a:pt x="25203" y="340500"/>
                </a:lnTo>
                <a:lnTo>
                  <a:pt x="25203" y="323269"/>
                </a:lnTo>
                <a:lnTo>
                  <a:pt x="37376" y="321469"/>
                </a:lnTo>
                <a:lnTo>
                  <a:pt x="38576" y="321212"/>
                </a:lnTo>
                <a:cubicBezTo>
                  <a:pt x="47749" y="318897"/>
                  <a:pt x="54350" y="311782"/>
                  <a:pt x="55121" y="303467"/>
                </a:cubicBezTo>
                <a:cubicBezTo>
                  <a:pt x="56579" y="296437"/>
                  <a:pt x="60779" y="288722"/>
                  <a:pt x="65151" y="281435"/>
                </a:cubicBezTo>
                <a:cubicBezTo>
                  <a:pt x="70552" y="273634"/>
                  <a:pt x="68237" y="265662"/>
                  <a:pt x="67208" y="262233"/>
                </a:cubicBezTo>
                <a:lnTo>
                  <a:pt x="66437" y="259232"/>
                </a:lnTo>
                <a:lnTo>
                  <a:pt x="58464" y="245602"/>
                </a:lnTo>
                <a:lnTo>
                  <a:pt x="72781" y="231372"/>
                </a:lnTo>
                <a:lnTo>
                  <a:pt x="83753" y="237801"/>
                </a:lnTo>
                <a:cubicBezTo>
                  <a:pt x="90354" y="243030"/>
                  <a:pt x="101070" y="243288"/>
                  <a:pt x="108099" y="238487"/>
                </a:cubicBezTo>
                <a:cubicBezTo>
                  <a:pt x="111528" y="237030"/>
                  <a:pt x="115043" y="235401"/>
                  <a:pt x="118558" y="233772"/>
                </a:cubicBezTo>
                <a:cubicBezTo>
                  <a:pt x="123444" y="231458"/>
                  <a:pt x="128588" y="229143"/>
                  <a:pt x="133045" y="227514"/>
                </a:cubicBezTo>
                <a:cubicBezTo>
                  <a:pt x="138703" y="225628"/>
                  <a:pt x="146161" y="220313"/>
                  <a:pt x="148304" y="211569"/>
                </a:cubicBezTo>
                <a:lnTo>
                  <a:pt x="150362" y="198110"/>
                </a:lnTo>
                <a:lnTo>
                  <a:pt x="169307" y="198110"/>
                </a:lnTo>
                <a:lnTo>
                  <a:pt x="171107" y="210283"/>
                </a:lnTo>
                <a:lnTo>
                  <a:pt x="171364" y="211484"/>
                </a:lnTo>
                <a:cubicBezTo>
                  <a:pt x="173679" y="220656"/>
                  <a:pt x="180794" y="227257"/>
                  <a:pt x="189109" y="228029"/>
                </a:cubicBezTo>
                <a:cubicBezTo>
                  <a:pt x="196139" y="229486"/>
                  <a:pt x="203768" y="233686"/>
                  <a:pt x="211141" y="237973"/>
                </a:cubicBezTo>
                <a:cubicBezTo>
                  <a:pt x="218942" y="243373"/>
                  <a:pt x="226914" y="241059"/>
                  <a:pt x="230343" y="240030"/>
                </a:cubicBezTo>
                <a:lnTo>
                  <a:pt x="233343" y="239258"/>
                </a:lnTo>
                <a:lnTo>
                  <a:pt x="246888" y="231372"/>
                </a:lnTo>
                <a:lnTo>
                  <a:pt x="261204" y="245688"/>
                </a:lnTo>
                <a:lnTo>
                  <a:pt x="254775" y="256661"/>
                </a:lnTo>
                <a:cubicBezTo>
                  <a:pt x="252032" y="260090"/>
                  <a:pt x="250488" y="264633"/>
                  <a:pt x="250488" y="269262"/>
                </a:cubicBezTo>
                <a:cubicBezTo>
                  <a:pt x="250488" y="273548"/>
                  <a:pt x="251774" y="277663"/>
                  <a:pt x="254089" y="280921"/>
                </a:cubicBezTo>
                <a:cubicBezTo>
                  <a:pt x="255546" y="284350"/>
                  <a:pt x="257175" y="287779"/>
                  <a:pt x="258804" y="291379"/>
                </a:cubicBezTo>
                <a:cubicBezTo>
                  <a:pt x="261118" y="296266"/>
                  <a:pt x="263433" y="301409"/>
                  <a:pt x="265147" y="305867"/>
                </a:cubicBezTo>
                <a:cubicBezTo>
                  <a:pt x="267033" y="311525"/>
                  <a:pt x="272348" y="318983"/>
                  <a:pt x="281092" y="321126"/>
                </a:cubicBezTo>
                <a:lnTo>
                  <a:pt x="294465" y="323183"/>
                </a:lnTo>
                <a:lnTo>
                  <a:pt x="294465" y="340414"/>
                </a:lnTo>
                <a:lnTo>
                  <a:pt x="282292" y="342214"/>
                </a:lnTo>
                <a:lnTo>
                  <a:pt x="281092" y="342471"/>
                </a:lnTo>
                <a:cubicBezTo>
                  <a:pt x="271920" y="344786"/>
                  <a:pt x="265319" y="351901"/>
                  <a:pt x="264547" y="360216"/>
                </a:cubicBezTo>
                <a:close/>
                <a:moveTo>
                  <a:pt x="569814" y="473888"/>
                </a:moveTo>
                <a:lnTo>
                  <a:pt x="568100" y="473888"/>
                </a:lnTo>
                <a:cubicBezTo>
                  <a:pt x="528838" y="473888"/>
                  <a:pt x="496948" y="441569"/>
                  <a:pt x="496948" y="401879"/>
                </a:cubicBezTo>
                <a:cubicBezTo>
                  <a:pt x="496948" y="362188"/>
                  <a:pt x="529952" y="329870"/>
                  <a:pt x="568957" y="329870"/>
                </a:cubicBezTo>
                <a:cubicBezTo>
                  <a:pt x="607962" y="329870"/>
                  <a:pt x="641823" y="362874"/>
                  <a:pt x="641823" y="401879"/>
                </a:cubicBezTo>
                <a:cubicBezTo>
                  <a:pt x="641823" y="440884"/>
                  <a:pt x="608819" y="473888"/>
                  <a:pt x="569814" y="473888"/>
                </a:cubicBezTo>
                <a:close/>
              </a:path>
            </a:pathLst>
          </a:custGeom>
          <a:solidFill>
            <a:schemeClr val="tx1"/>
          </a:solidFill>
          <a:ln w="8548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0960FB-5F1E-C254-7FA6-DA191ABABE94}"/>
              </a:ext>
            </a:extLst>
          </p:cNvPr>
          <p:cNvSpPr/>
          <p:nvPr/>
        </p:nvSpPr>
        <p:spPr>
          <a:xfrm>
            <a:off x="2715069" y="5895696"/>
            <a:ext cx="84010" cy="25717"/>
          </a:xfrm>
          <a:prstGeom prst="rect">
            <a:avLst/>
          </a:prstGeom>
          <a:solidFill>
            <a:schemeClr val="tx1"/>
          </a:solidFill>
          <a:ln w="8548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BFD80DB9-9276-60C6-EB4E-15B9CBC6DD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3177419" y="5618709"/>
            <a:ext cx="785336" cy="404813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A92683CD-B883-9874-CD12-444D42BD3A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4071344" y="5553939"/>
            <a:ext cx="615315" cy="534353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13B1EE14-98C7-ACFE-FFA2-F697540708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4812611" y="5543364"/>
            <a:ext cx="882491" cy="477679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3FBBD3ED-2412-CCD7-12E2-82910FB4A4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6572074" y="5521710"/>
            <a:ext cx="577719" cy="503441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67B03220-2E9A-10AD-9694-1CA8152EB5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7315951" y="5520684"/>
            <a:ext cx="281750" cy="505492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5EED4D6D-BBA0-D1E7-660D-5BEE77E8C1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7760280" y="5524828"/>
            <a:ext cx="505492" cy="497205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815CEC34-1D71-2F72-EC4C-FE8026D046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8406112" y="5512398"/>
            <a:ext cx="488918" cy="522065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E300B434-5EDE-1210-D9D7-B989B61607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9018993" y="5593408"/>
            <a:ext cx="548640" cy="360045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EFB77898-15EE-4846-9A64-AF629F838C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9703441" y="5640842"/>
            <a:ext cx="563499" cy="265176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A9658E00-0E72-0897-DDB3-1D9D1BD7BD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10409895" y="5469392"/>
            <a:ext cx="290036" cy="505492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1DE06A1A-9019-D7CE-2766-B27DA29295C7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rcRect t="67690"/>
          <a:stretch/>
        </p:blipFill>
        <p:spPr>
          <a:xfrm>
            <a:off x="10815965" y="5782203"/>
            <a:ext cx="726228" cy="200328"/>
          </a:xfrm>
          <a:prstGeom prst="flowChartTerminator">
            <a:avLst/>
          </a:prstGeom>
        </p:spPr>
      </p:pic>
    </p:spTree>
    <p:extLst>
      <p:ext uri="{BB962C8B-B14F-4D97-AF65-F5344CB8AC3E}">
        <p14:creationId xmlns:p14="http://schemas.microsoft.com/office/powerpoint/2010/main" val="1286484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ACD82B-41FF-C28F-C16E-B0B28E022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Platform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44CB5AD-83C8-88FC-57C2-BAB2437E02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ICON LIBRARY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EC6AC0A-3861-7DC2-47C9-FFF0EC71B65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err="1"/>
              <a:t>Consignee</a:t>
            </a:r>
            <a:r>
              <a:rPr lang="fr-FR"/>
              <a:t> </a:t>
            </a:r>
          </a:p>
        </p:txBody>
      </p:sp>
      <p:sp>
        <p:nvSpPr>
          <p:cNvPr id="54" name="Forme libre 8">
            <a:extLst>
              <a:ext uri="{FF2B5EF4-FFF2-40B4-BE49-F238E27FC236}">
                <a16:creationId xmlns:a16="http://schemas.microsoft.com/office/drawing/2014/main" id="{1C5B9004-73A8-2186-DDA3-E717CD7D8CCB}"/>
              </a:ext>
            </a:extLst>
          </p:cNvPr>
          <p:cNvSpPr/>
          <p:nvPr/>
        </p:nvSpPr>
        <p:spPr>
          <a:xfrm>
            <a:off x="5287327" y="3026499"/>
            <a:ext cx="1620202" cy="806898"/>
          </a:xfrm>
          <a:custGeom>
            <a:avLst/>
            <a:gdLst>
              <a:gd name="connsiteX0" fmla="*/ 0 w 1620202"/>
              <a:gd name="connsiteY0" fmla="*/ 0 h 806898"/>
              <a:gd name="connsiteX1" fmla="*/ 1620203 w 1620202"/>
              <a:gd name="connsiteY1" fmla="*/ 0 h 806898"/>
              <a:gd name="connsiteX2" fmla="*/ 1620203 w 1620202"/>
              <a:gd name="connsiteY2" fmla="*/ 806899 h 806898"/>
              <a:gd name="connsiteX3" fmla="*/ 0 w 1620202"/>
              <a:gd name="connsiteY3" fmla="*/ 806899 h 806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0202" h="806898">
                <a:moveTo>
                  <a:pt x="0" y="0"/>
                </a:moveTo>
                <a:lnTo>
                  <a:pt x="1620203" y="0"/>
                </a:lnTo>
                <a:lnTo>
                  <a:pt x="1620203" y="806899"/>
                </a:lnTo>
                <a:lnTo>
                  <a:pt x="0" y="806899"/>
                </a:lnTo>
                <a:close/>
              </a:path>
            </a:pathLst>
          </a:custGeom>
          <a:noFill/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7558C08-D338-DC93-6454-A23D3F782C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2301" y="1530737"/>
            <a:ext cx="882968" cy="565785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48C1D8FD-3C50-FE79-EF2F-CFABB1EC2D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9824" y="1543595"/>
            <a:ext cx="994410" cy="540068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96AE59F0-2D81-556A-741F-7832AD1C2C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28789" y="1577885"/>
            <a:ext cx="908685" cy="471488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11328B2F-69F0-32B4-F3AE-71087F3097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82028" y="1586458"/>
            <a:ext cx="805815" cy="454343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F1CF41DD-1098-6C16-D178-C11AC0587D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32397" y="1556454"/>
            <a:ext cx="1002983" cy="51435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33F7EE71-7A12-152E-CF2E-9475400D82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79934" y="1625034"/>
            <a:ext cx="737235" cy="37719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389B374A-02B6-45C4-468A-DE31AA3AB9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61724" y="1612175"/>
            <a:ext cx="874395" cy="402908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1B03A3AC-35FD-EB92-216F-E83FA02BA9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2301" y="2346668"/>
            <a:ext cx="985838" cy="514350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9CCF2766-2B31-1CE8-4DCC-7237E3702B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18116" y="2385244"/>
            <a:ext cx="1054418" cy="437198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7FD55605-9491-294A-6DCA-55D759E721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142511" y="2355241"/>
            <a:ext cx="942975" cy="497205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7770499E-BBEF-E276-F6C3-44C2E30122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55463" y="2355241"/>
            <a:ext cx="934403" cy="497205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B9D21194-338C-1B23-A892-2431FFD510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5559842" y="2376672"/>
            <a:ext cx="780098" cy="454342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C554F56A-C9C4-CBAA-ADE8-469A3456ED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4706" y="4192721"/>
            <a:ext cx="866775" cy="447675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299650E9-9BA7-CDF1-D87F-8A6E410471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716202" y="4192721"/>
            <a:ext cx="866775" cy="447675"/>
          </a:xfrm>
          <a:prstGeom prst="rect">
            <a:avLst/>
          </a:prstGeom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CDDFD698-C859-DC60-8364-9EFA66CEEC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827698" y="4192721"/>
            <a:ext cx="866775" cy="447675"/>
          </a:xfrm>
          <a:prstGeom prst="rect">
            <a:avLst/>
          </a:prstGeom>
        </p:spPr>
      </p:pic>
      <p:pic>
        <p:nvPicPr>
          <p:cNvPr id="73" name="Graphic 72">
            <a:extLst>
              <a:ext uri="{FF2B5EF4-FFF2-40B4-BE49-F238E27FC236}">
                <a16:creationId xmlns:a16="http://schemas.microsoft.com/office/drawing/2014/main" id="{2D95F3D3-B519-376C-32E0-3DDF43782B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939194" y="4192721"/>
            <a:ext cx="866775" cy="447675"/>
          </a:xfrm>
          <a:prstGeom prst="rect">
            <a:avLst/>
          </a:prstGeom>
        </p:spPr>
      </p:pic>
      <p:pic>
        <p:nvPicPr>
          <p:cNvPr id="75" name="Graphic 74">
            <a:extLst>
              <a:ext uri="{FF2B5EF4-FFF2-40B4-BE49-F238E27FC236}">
                <a16:creationId xmlns:a16="http://schemas.microsoft.com/office/drawing/2014/main" id="{15767A7B-FD66-12F3-166B-C11D73AAE6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050690" y="4192721"/>
            <a:ext cx="866775" cy="44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997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re 1">
            <a:extLst>
              <a:ext uri="{FF2B5EF4-FFF2-40B4-BE49-F238E27FC236}">
                <a16:creationId xmlns:a16="http://schemas.microsoft.com/office/drawing/2014/main" id="{9CC9236C-DDF8-2967-5BEA-D639F798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/>
            </a:lvl1pPr>
          </a:lstStyle>
          <a:p>
            <a:r>
              <a:rPr lang="fr-FR" b="1">
                <a:latin typeface="Arial" panose="020B0604020202020204" pitchFamily="34" charset="0"/>
                <a:cs typeface="Arial" panose="020B0604020202020204" pitchFamily="34" charset="0"/>
              </a:rPr>
              <a:t>Operations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4851DB4-FF17-7340-988E-D5540E0D97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ICON LIBRARY</a:t>
            </a:r>
          </a:p>
        </p:txBody>
      </p:sp>
      <p:cxnSp>
        <p:nvCxnSpPr>
          <p:cNvPr id="41" name="Straight Connector 5">
            <a:extLst>
              <a:ext uri="{FF2B5EF4-FFF2-40B4-BE49-F238E27FC236}">
                <a16:creationId xmlns:a16="http://schemas.microsoft.com/office/drawing/2014/main" id="{B06241E5-58D8-C346-0EB1-64F8A7CBD371}"/>
              </a:ext>
            </a:extLst>
          </p:cNvPr>
          <p:cNvCxnSpPr>
            <a:cxnSpLocks/>
          </p:cNvCxnSpPr>
          <p:nvPr/>
        </p:nvCxnSpPr>
        <p:spPr>
          <a:xfrm>
            <a:off x="604707" y="1211822"/>
            <a:ext cx="406512" cy="0"/>
          </a:xfrm>
          <a:prstGeom prst="line">
            <a:avLst/>
          </a:prstGeom>
          <a:ln w="476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33698E15-1536-35ED-C7FD-90C0078623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4707" y="1467089"/>
            <a:ext cx="557213" cy="540068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B31F3E05-3564-D4E2-F494-F085DC886C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28446" y="1467089"/>
            <a:ext cx="557213" cy="540068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F642A9DF-68EE-82AA-F341-0CF3FB2B3B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06895" y="1852239"/>
            <a:ext cx="942975" cy="497205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2933FF7D-9C22-DC31-D559-DB7D57D4D5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03132" y="1912246"/>
            <a:ext cx="942975" cy="377190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6FAA6692-D3AB-BC70-4483-577AB7C68D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06532" y="1865097"/>
            <a:ext cx="917258" cy="471488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EB2A9AD6-D6B6-87DC-D9D4-68B8215F72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18169" y="1912246"/>
            <a:ext cx="917258" cy="377190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4AD0787D-2EC8-2077-2598-F078EAA1E1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454" y="3110664"/>
            <a:ext cx="900113" cy="522923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A659A1E9-0CED-4BB3-3A2B-0C588DE116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836639" y="3132095"/>
            <a:ext cx="900113" cy="480060"/>
          </a:xfrm>
          <a:prstGeom prst="rect">
            <a:avLst/>
          </a:prstGeom>
        </p:spPr>
      </p:pic>
      <p:pic>
        <p:nvPicPr>
          <p:cNvPr id="73" name="Graphic 72">
            <a:extLst>
              <a:ext uri="{FF2B5EF4-FFF2-40B4-BE49-F238E27FC236}">
                <a16:creationId xmlns:a16="http://schemas.microsoft.com/office/drawing/2014/main" id="{B593B5A2-2954-2D91-A040-8E3241607F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38421" y="3162099"/>
            <a:ext cx="771525" cy="420053"/>
          </a:xfrm>
          <a:prstGeom prst="rect">
            <a:avLst/>
          </a:prstGeom>
        </p:spPr>
      </p:pic>
      <p:pic>
        <p:nvPicPr>
          <p:cNvPr id="75" name="Graphic 74">
            <a:extLst>
              <a:ext uri="{FF2B5EF4-FFF2-40B4-BE49-F238E27FC236}">
                <a16:creationId xmlns:a16="http://schemas.microsoft.com/office/drawing/2014/main" id="{FCAC25DB-F4D1-04AE-4FC0-5320522C25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051824" y="3136381"/>
            <a:ext cx="771525" cy="471488"/>
          </a:xfrm>
          <a:prstGeom prst="rect">
            <a:avLst/>
          </a:prstGeom>
        </p:spPr>
      </p:pic>
      <p:pic>
        <p:nvPicPr>
          <p:cNvPr id="87" name="Graphic 86">
            <a:extLst>
              <a:ext uri="{FF2B5EF4-FFF2-40B4-BE49-F238E27FC236}">
                <a16:creationId xmlns:a16="http://schemas.microsoft.com/office/drawing/2014/main" id="{8AF57F91-D1C8-49A0-3ABC-3F47A49107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745512" y="4045962"/>
            <a:ext cx="874395" cy="394335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0690E746-0DD2-7E54-B11C-7EF081F8AF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903584" y="4148832"/>
            <a:ext cx="865823" cy="188595"/>
          </a:xfrm>
          <a:prstGeom prst="rect">
            <a:avLst/>
          </a:prstGeom>
        </p:spPr>
      </p:pic>
      <p:pic>
        <p:nvPicPr>
          <p:cNvPr id="91" name="Graphic 90">
            <a:extLst>
              <a:ext uri="{FF2B5EF4-FFF2-40B4-BE49-F238E27FC236}">
                <a16:creationId xmlns:a16="http://schemas.microsoft.com/office/drawing/2014/main" id="{08922CFC-CE65-94F1-B7F9-A14E3330F3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053084" y="3947378"/>
            <a:ext cx="822960" cy="591503"/>
          </a:xfrm>
          <a:prstGeom prst="rect">
            <a:avLst/>
          </a:prstGeom>
        </p:spPr>
      </p:pic>
      <p:pic>
        <p:nvPicPr>
          <p:cNvPr id="93" name="Graphic 92">
            <a:extLst>
              <a:ext uri="{FF2B5EF4-FFF2-40B4-BE49-F238E27FC236}">
                <a16:creationId xmlns:a16="http://schemas.microsoft.com/office/drawing/2014/main" id="{76CE8B8F-5EBB-E500-3F47-6D2E240F20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93735" y="4895454"/>
            <a:ext cx="711518" cy="462915"/>
          </a:xfrm>
          <a:prstGeom prst="rect">
            <a:avLst/>
          </a:prstGeom>
        </p:spPr>
      </p:pic>
      <p:pic>
        <p:nvPicPr>
          <p:cNvPr id="95" name="Graphic 94">
            <a:extLst>
              <a:ext uri="{FF2B5EF4-FFF2-40B4-BE49-F238E27FC236}">
                <a16:creationId xmlns:a16="http://schemas.microsoft.com/office/drawing/2014/main" id="{F5C0C3A1-BD22-DFAA-1F00-821D9321E0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576092" y="4874022"/>
            <a:ext cx="960120" cy="505778"/>
          </a:xfrm>
          <a:prstGeom prst="rect">
            <a:avLst/>
          </a:prstGeom>
        </p:spPr>
      </p:pic>
      <p:pic>
        <p:nvPicPr>
          <p:cNvPr id="97" name="Graphic 96">
            <a:extLst>
              <a:ext uri="{FF2B5EF4-FFF2-40B4-BE49-F238E27FC236}">
                <a16:creationId xmlns:a16="http://schemas.microsoft.com/office/drawing/2014/main" id="{7E15C9BC-A0DA-B3AF-E72E-939F3E0DD4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388768" y="3196389"/>
            <a:ext cx="720090" cy="351473"/>
          </a:xfrm>
          <a:prstGeom prst="rect">
            <a:avLst/>
          </a:prstGeom>
        </p:spPr>
      </p:pic>
      <p:pic>
        <p:nvPicPr>
          <p:cNvPr id="99" name="Graphic 98">
            <a:extLst>
              <a:ext uri="{FF2B5EF4-FFF2-40B4-BE49-F238E27FC236}">
                <a16:creationId xmlns:a16="http://schemas.microsoft.com/office/drawing/2014/main" id="{32F81597-10ED-1AF8-A0D5-91793A2798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423930" y="3144954"/>
            <a:ext cx="797243" cy="454343"/>
          </a:xfrm>
          <a:prstGeom prst="rect">
            <a:avLst/>
          </a:prstGeom>
        </p:spPr>
      </p:pic>
      <p:pic>
        <p:nvPicPr>
          <p:cNvPr id="108" name="Graphic 107">
            <a:extLst>
              <a:ext uri="{FF2B5EF4-FFF2-40B4-BE49-F238E27FC236}">
                <a16:creationId xmlns:a16="http://schemas.microsoft.com/office/drawing/2014/main" id="{4EA8BD3A-E734-F212-0AAF-897116D8BD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536246" y="3144954"/>
            <a:ext cx="797243" cy="454343"/>
          </a:xfrm>
          <a:prstGeom prst="rect">
            <a:avLst/>
          </a:prstGeom>
        </p:spPr>
      </p:pic>
      <p:pic>
        <p:nvPicPr>
          <p:cNvPr id="110" name="Graphic 109">
            <a:extLst>
              <a:ext uri="{FF2B5EF4-FFF2-40B4-BE49-F238E27FC236}">
                <a16:creationId xmlns:a16="http://schemas.microsoft.com/office/drawing/2014/main" id="{CA3B8AC8-4690-1ADA-8537-603706B991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159721" y="4063107"/>
            <a:ext cx="720090" cy="360045"/>
          </a:xfrm>
          <a:prstGeom prst="rect">
            <a:avLst/>
          </a:prstGeom>
        </p:spPr>
      </p:pic>
      <p:pic>
        <p:nvPicPr>
          <p:cNvPr id="112" name="Graphic 111">
            <a:extLst>
              <a:ext uri="{FF2B5EF4-FFF2-40B4-BE49-F238E27FC236}">
                <a16:creationId xmlns:a16="http://schemas.microsoft.com/office/drawing/2014/main" id="{C81BE805-457B-3EE6-E334-3D16F96CAC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721442" y="3913088"/>
            <a:ext cx="660083" cy="660083"/>
          </a:xfrm>
          <a:prstGeom prst="rect">
            <a:avLst/>
          </a:prstGeom>
        </p:spPr>
      </p:pic>
      <p:pic>
        <p:nvPicPr>
          <p:cNvPr id="114" name="Graphic 113">
            <a:extLst>
              <a:ext uri="{FF2B5EF4-FFF2-40B4-BE49-F238E27FC236}">
                <a16:creationId xmlns:a16="http://schemas.microsoft.com/office/drawing/2014/main" id="{6A4FECF4-4818-97D1-2DC6-4FC7C3F3D0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665200" y="4011672"/>
            <a:ext cx="745808" cy="462915"/>
          </a:xfrm>
          <a:prstGeom prst="rect">
            <a:avLst/>
          </a:prstGeom>
        </p:spPr>
      </p:pic>
      <p:pic>
        <p:nvPicPr>
          <p:cNvPr id="116" name="Graphic 115">
            <a:extLst>
              <a:ext uri="{FF2B5EF4-FFF2-40B4-BE49-F238E27FC236}">
                <a16:creationId xmlns:a16="http://schemas.microsoft.com/office/drawing/2014/main" id="{CE798A46-A7E0-EE54-E70C-3EAB56FB83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96012" y="3913088"/>
            <a:ext cx="865823" cy="660083"/>
          </a:xfrm>
          <a:prstGeom prst="rect">
            <a:avLst/>
          </a:prstGeom>
        </p:spPr>
      </p:pic>
      <p:pic>
        <p:nvPicPr>
          <p:cNvPr id="117" name="Graphic 116">
            <a:extLst>
              <a:ext uri="{FF2B5EF4-FFF2-40B4-BE49-F238E27FC236}">
                <a16:creationId xmlns:a16="http://schemas.microsoft.com/office/drawing/2014/main" id="{D870D76B-5AA9-4E19-6493-1876F0FAA5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961515" y="4014529"/>
            <a:ext cx="476250" cy="457200"/>
          </a:xfrm>
          <a:prstGeom prst="rect">
            <a:avLst/>
          </a:prstGeom>
        </p:spPr>
      </p:pic>
      <p:pic>
        <p:nvPicPr>
          <p:cNvPr id="119" name="Graphic 118">
            <a:extLst>
              <a:ext uri="{FF2B5EF4-FFF2-40B4-BE49-F238E27FC236}">
                <a16:creationId xmlns:a16="http://schemas.microsoft.com/office/drawing/2014/main" id="{48257D98-5E05-E210-040E-542DF1CA05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225018" y="3222106"/>
            <a:ext cx="848678" cy="300038"/>
          </a:xfrm>
          <a:prstGeom prst="rect">
            <a:avLst/>
          </a:prstGeom>
        </p:spPr>
      </p:pic>
      <p:pic>
        <p:nvPicPr>
          <p:cNvPr id="121" name="Graphic 120">
            <a:extLst>
              <a:ext uri="{FF2B5EF4-FFF2-40B4-BE49-F238E27FC236}">
                <a16:creationId xmlns:a16="http://schemas.microsoft.com/office/drawing/2014/main" id="{D5F43084-DB21-1626-1AE9-E6797496D9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441121" y="1890815"/>
            <a:ext cx="857250" cy="420053"/>
          </a:xfrm>
          <a:prstGeom prst="rect">
            <a:avLst/>
          </a:prstGeom>
        </p:spPr>
      </p:pic>
      <p:pic>
        <p:nvPicPr>
          <p:cNvPr id="123" name="Graphic 122">
            <a:extLst>
              <a:ext uri="{FF2B5EF4-FFF2-40B4-BE49-F238E27FC236}">
                <a16:creationId xmlns:a16="http://schemas.microsoft.com/office/drawing/2014/main" id="{2238477A-DB90-4086-62A4-CA40A6AFF2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163488" y="3985954"/>
            <a:ext cx="514350" cy="514350"/>
          </a:xfrm>
          <a:prstGeom prst="rect">
            <a:avLst/>
          </a:prstGeom>
        </p:spPr>
      </p:pic>
      <p:pic>
        <p:nvPicPr>
          <p:cNvPr id="125" name="Graphic 124">
            <a:extLst>
              <a:ext uri="{FF2B5EF4-FFF2-40B4-BE49-F238E27FC236}">
                <a16:creationId xmlns:a16="http://schemas.microsoft.com/office/drawing/2014/main" id="{5B29A184-D9DA-1D1D-CFD6-CF17D0CE8E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926379" y="4852591"/>
            <a:ext cx="831533" cy="548640"/>
          </a:xfrm>
          <a:prstGeom prst="rect">
            <a:avLst/>
          </a:prstGeom>
        </p:spPr>
      </p:pic>
      <p:pic>
        <p:nvPicPr>
          <p:cNvPr id="127" name="Graphic 126">
            <a:extLst>
              <a:ext uri="{FF2B5EF4-FFF2-40B4-BE49-F238E27FC236}">
                <a16:creationId xmlns:a16="http://schemas.microsoft.com/office/drawing/2014/main" id="{EC643B14-F167-AE0C-05F8-48034226AE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232092" y="4814015"/>
            <a:ext cx="625793" cy="625793"/>
          </a:xfrm>
          <a:prstGeom prst="rect">
            <a:avLst/>
          </a:prstGeom>
        </p:spPr>
      </p:pic>
      <p:pic>
        <p:nvPicPr>
          <p:cNvPr id="128" name="Graphic 127">
            <a:extLst>
              <a:ext uri="{FF2B5EF4-FFF2-40B4-BE49-F238E27FC236}">
                <a16:creationId xmlns:a16="http://schemas.microsoft.com/office/drawing/2014/main" id="{77ED4715-A757-6B55-7BD9-5BE63EFE8A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878382" y="4844019"/>
            <a:ext cx="788670" cy="565785"/>
          </a:xfrm>
          <a:prstGeom prst="rect">
            <a:avLst/>
          </a:prstGeom>
        </p:spPr>
      </p:pic>
      <p:pic>
        <p:nvPicPr>
          <p:cNvPr id="129" name="Graphic 128">
            <a:extLst>
              <a:ext uri="{FF2B5EF4-FFF2-40B4-BE49-F238E27FC236}">
                <a16:creationId xmlns:a16="http://schemas.microsoft.com/office/drawing/2014/main" id="{EB14D686-EBE0-805C-B431-1806534573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604707" y="2245729"/>
            <a:ext cx="557213" cy="540068"/>
          </a:xfrm>
          <a:prstGeom prst="rect">
            <a:avLst/>
          </a:prstGeom>
        </p:spPr>
      </p:pic>
      <p:pic>
        <p:nvPicPr>
          <p:cNvPr id="130" name="Graphic 129">
            <a:extLst>
              <a:ext uri="{FF2B5EF4-FFF2-40B4-BE49-F238E27FC236}">
                <a16:creationId xmlns:a16="http://schemas.microsoft.com/office/drawing/2014/main" id="{78A6C25F-1698-CD17-329C-101F727566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428446" y="2245729"/>
            <a:ext cx="557213" cy="540068"/>
          </a:xfrm>
          <a:prstGeom prst="rect">
            <a:avLst/>
          </a:prstGeom>
        </p:spPr>
      </p:pic>
      <p:sp>
        <p:nvSpPr>
          <p:cNvPr id="131" name="Line 2677">
            <a:extLst>
              <a:ext uri="{FF2B5EF4-FFF2-40B4-BE49-F238E27FC236}">
                <a16:creationId xmlns:a16="http://schemas.microsoft.com/office/drawing/2014/main" id="{F606169F-5C2B-7E70-91F8-6857C6A384DE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013" y="2127335"/>
            <a:ext cx="565908" cy="0"/>
          </a:xfrm>
          <a:prstGeom prst="line">
            <a:avLst/>
          </a:prstGeom>
          <a:noFill/>
          <a:ln w="12700" cap="flat">
            <a:solidFill>
              <a:schemeClr val="accent2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600" b="0" i="0" u="none" strike="noStrike" kern="0" cap="none" spc="0" normalizeH="0" baseline="0" noProof="0">
              <a:ln>
                <a:noFill/>
              </a:ln>
              <a:solidFill>
                <a:srgbClr val="00538B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3" name="Line 2677">
            <a:extLst>
              <a:ext uri="{FF2B5EF4-FFF2-40B4-BE49-F238E27FC236}">
                <a16:creationId xmlns:a16="http://schemas.microsoft.com/office/drawing/2014/main" id="{3A24977A-9348-44C6-1F43-24DCEB2C0784}"/>
              </a:ext>
            </a:extLst>
          </p:cNvPr>
          <p:cNvSpPr>
            <a:spLocks noChangeShapeType="1"/>
          </p:cNvSpPr>
          <p:nvPr/>
        </p:nvSpPr>
        <p:spPr bwMode="auto">
          <a:xfrm>
            <a:off x="1419751" y="2127335"/>
            <a:ext cx="565908" cy="0"/>
          </a:xfrm>
          <a:prstGeom prst="line">
            <a:avLst/>
          </a:prstGeom>
          <a:noFill/>
          <a:ln w="12700" cap="flat">
            <a:solidFill>
              <a:schemeClr val="accent2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600" b="0" i="0" u="none" strike="noStrike" kern="0" cap="none" spc="0" normalizeH="0" baseline="0" noProof="0">
              <a:ln>
                <a:noFill/>
              </a:ln>
              <a:solidFill>
                <a:srgbClr val="00538B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E5A045-54E6-C08A-41C2-14CEDFEF38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6194341" y="4793363"/>
            <a:ext cx="625793" cy="616979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D1DCA773-3B20-87C5-0B25-F9CDA94EDC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7210901" y="4793363"/>
            <a:ext cx="625793" cy="64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241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5158B902-7ED4-8A86-AAAD-92B941938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err="1"/>
              <a:t>Sustainability</a:t>
            </a:r>
            <a:r>
              <a:rPr lang="fr-FR"/>
              <a:t> 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052CF2B3-7DC2-FF09-F477-7A94A74138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ICON LIBRARY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4F6C520E-C52B-49C4-34B6-4819DB165C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Digital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8EACB2F-E8DE-83E1-1058-699FC1F855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Others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60F584D-6AF2-BE3F-A8FC-DC0FE365BA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12005" y="3358269"/>
            <a:ext cx="557213" cy="39433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6CFE6905-08C8-9FCE-1D86-1B6FAED5D3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24588" y="4875403"/>
            <a:ext cx="814388" cy="728663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25FDE87B-0B33-46A2-FA8B-DB701831FF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4706" y="3281116"/>
            <a:ext cx="668655" cy="54864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FE06305D-51B9-EAB3-9265-E7A99E8158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43809" y="3358269"/>
            <a:ext cx="788670" cy="565785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A89BD198-30C0-F21E-BDF1-77E53FB613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706" y="4922552"/>
            <a:ext cx="814388" cy="634365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B2C777D3-9B95-808E-4059-FFF78DC2BA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29986" y="3281116"/>
            <a:ext cx="780098" cy="54864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582152D7-1202-61BA-D0DD-9CF1D2E14F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4153" y="1594602"/>
            <a:ext cx="581025" cy="561975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F33CB8B-54BD-A544-3486-082CA9F960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93323" y="1618414"/>
            <a:ext cx="638175" cy="51435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03AA20C-7081-B2AA-3FEF-B263AF34FE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49643" y="1532689"/>
            <a:ext cx="590550" cy="6858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DCA9BFE-74B5-1CF3-6194-BBE9E3521F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058338" y="1570789"/>
            <a:ext cx="847725" cy="6096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00932F4-354E-954E-9415-B1D57A0D97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840193" y="5056453"/>
            <a:ext cx="447675" cy="50482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6B8C61C7-F09E-83A9-9286-BEF647A8E1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480067" y="5104078"/>
            <a:ext cx="504825" cy="40957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F6633E83-D772-FF15-3688-67D3F55961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177091" y="5085028"/>
            <a:ext cx="533400" cy="447675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E492CC4C-24F7-E1FD-6193-1B35D2E4FB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902691" y="5070740"/>
            <a:ext cx="600075" cy="47625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23E25345-E214-93F2-2AEC-78E425A93A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658939" y="5119907"/>
            <a:ext cx="712470" cy="38862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1B9963A9-EB4B-2417-EC41-AA5C68EB05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694966" y="5066485"/>
            <a:ext cx="769144" cy="485775"/>
          </a:xfrm>
          <a:prstGeom prst="rect">
            <a:avLst/>
          </a:prstGeom>
        </p:spPr>
      </p:pic>
      <p:sp>
        <p:nvSpPr>
          <p:cNvPr id="18" name="AutoShape 2">
            <a:extLst>
              <a:ext uri="{FF2B5EF4-FFF2-40B4-BE49-F238E27FC236}">
                <a16:creationId xmlns:a16="http://schemas.microsoft.com/office/drawing/2014/main" id="{3F4D7A7B-6315-7CCA-D6EE-124981A070A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21D49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3297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5898020"/>
      </p:ext>
    </p:extLst>
  </p:cSld>
  <p:clrMapOvr>
    <a:masterClrMapping/>
  </p:clrMapOvr>
</p:sld>
</file>

<file path=ppt/theme/theme1.xml><?xml version="1.0" encoding="utf-8"?>
<a:theme xmlns:a="http://schemas.openxmlformats.org/drawingml/2006/main" name="Conception personnalisée">
  <a:themeElements>
    <a:clrScheme name="CEVA-3fev">
      <a:dk1>
        <a:srgbClr val="051038"/>
      </a:dk1>
      <a:lt1>
        <a:srgbClr val="FFFFFF"/>
      </a:lt1>
      <a:dk2>
        <a:srgbClr val="E3E3E3"/>
      </a:dk2>
      <a:lt2>
        <a:srgbClr val="666666"/>
      </a:lt2>
      <a:accent1>
        <a:srgbClr val="999999"/>
      </a:accent1>
      <a:accent2>
        <a:srgbClr val="FF0000"/>
      </a:accent2>
      <a:accent3>
        <a:srgbClr val="1D4189"/>
      </a:accent3>
      <a:accent4>
        <a:srgbClr val="407EC9"/>
      </a:accent4>
      <a:accent5>
        <a:srgbClr val="6CACE3"/>
      </a:accent5>
      <a:accent6>
        <a:srgbClr val="BDD6E6"/>
      </a:accent6>
      <a:hlink>
        <a:srgbClr val="1D4189"/>
      </a:hlink>
      <a:folHlink>
        <a:srgbClr val="FF867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CEVA Colors">
      <a:dk1>
        <a:srgbClr val="021D49"/>
      </a:dk1>
      <a:lt1>
        <a:srgbClr val="FFFFFF"/>
      </a:lt1>
      <a:dk2>
        <a:srgbClr val="CCCCCC"/>
      </a:dk2>
      <a:lt2>
        <a:srgbClr val="666666"/>
      </a:lt2>
      <a:accent1>
        <a:srgbClr val="021D49"/>
      </a:accent1>
      <a:accent2>
        <a:srgbClr val="FF0000"/>
      </a:accent2>
      <a:accent3>
        <a:srgbClr val="1D4289"/>
      </a:accent3>
      <a:accent4>
        <a:srgbClr val="407EC9"/>
      </a:accent4>
      <a:accent5>
        <a:srgbClr val="6CACE4"/>
      </a:accent5>
      <a:accent6>
        <a:srgbClr val="BDD6E6"/>
      </a:accent6>
      <a:hlink>
        <a:srgbClr val="006699"/>
      </a:hlink>
      <a:folHlink>
        <a:srgbClr val="9999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onception personnalisée">
  <a:themeElements>
    <a:clrScheme name="CEVA Colors">
      <a:dk1>
        <a:srgbClr val="021D49"/>
      </a:dk1>
      <a:lt1>
        <a:srgbClr val="FFFFFF"/>
      </a:lt1>
      <a:dk2>
        <a:srgbClr val="CCCCCC"/>
      </a:dk2>
      <a:lt2>
        <a:srgbClr val="666666"/>
      </a:lt2>
      <a:accent1>
        <a:srgbClr val="021D49"/>
      </a:accent1>
      <a:accent2>
        <a:srgbClr val="FF0000"/>
      </a:accent2>
      <a:accent3>
        <a:srgbClr val="1D4289"/>
      </a:accent3>
      <a:accent4>
        <a:srgbClr val="407EC9"/>
      </a:accent4>
      <a:accent5>
        <a:srgbClr val="6CACE4"/>
      </a:accent5>
      <a:accent6>
        <a:srgbClr val="BDD6E6"/>
      </a:accent6>
      <a:hlink>
        <a:srgbClr val="006699"/>
      </a:hlink>
      <a:folHlink>
        <a:srgbClr val="99999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ikesCount xmlns="http://schemas.microsoft.com/sharepoint/v3">5</LikesCount>
    <Ratings xmlns="http://schemas.microsoft.com/sharepoint/v3" xsi:nil="true"/>
    <LikedBy xmlns="http://schemas.microsoft.com/sharepoint/v3">
      <UserInfo>
        <DisplayName>Zhu, Zero</DisplayName>
        <AccountId>176</AccountId>
        <AccountType/>
      </UserInfo>
      <UserInfo>
        <DisplayName>Mukhopadhyay, Anindita</DisplayName>
        <AccountId>8917</AccountId>
        <AccountType/>
      </UserInfo>
      <UserInfo>
        <DisplayName>Tocu, Martin</DisplayName>
        <AccountId>17452</AccountId>
        <AccountType/>
      </UserInfo>
      <UserInfo>
        <DisplayName>Fahler, Cliff</DisplayName>
        <AccountId>4315</AccountId>
        <AccountType/>
      </UserInfo>
      <UserInfo>
        <DisplayName>i:0#.f|membership|alban.marty@cevalogistics.com</DisplayName>
        <AccountId>3395</AccountId>
        <AccountType/>
      </UserInfo>
    </LikedBy>
    <RatedBy xmlns="http://schemas.microsoft.com/sharepoint/v3">
      <UserInfo>
        <DisplayName/>
        <AccountId xsi:nil="true"/>
        <AccountType/>
      </UserInfo>
    </RatedBy>
    <TaxCatchAll xmlns="8c647059-8d0f-45e5-8ffb-f8c2fc17d8cd" xsi:nil="true"/>
    <lcf76f155ced4ddcb4097134ff3c332f xmlns="06e677a7-3486-4d0f-863d-80760ca86f7f">
      <Terms xmlns="http://schemas.microsoft.com/office/infopath/2007/PartnerControls"/>
    </lcf76f155ced4ddcb4097134ff3c332f>
    <SharedWithUsers xmlns="8c647059-8d0f-45e5-8ffb-f8c2fc17d8cd">
      <UserInfo>
        <DisplayName>Rothwell, Sarah</DisplayName>
        <AccountId>20</AccountId>
        <AccountType/>
      </UserInfo>
      <UserInfo>
        <DisplayName>Guerrero Bolivar, Marcela</DisplayName>
        <AccountId>4664</AccountId>
        <AccountType/>
      </UserInfo>
    </SharedWithUsers>
    <TranslatedLang xmlns="06e677a7-3486-4d0f-863d-80760ca86f7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9E3473AC03BC4B87247C6B823B5934" ma:contentTypeVersion="28" ma:contentTypeDescription="Create a new document." ma:contentTypeScope="" ma:versionID="aefe738c28724cec73628e345aa78219">
  <xsd:schema xmlns:xsd="http://www.w3.org/2001/XMLSchema" xmlns:xs="http://www.w3.org/2001/XMLSchema" xmlns:p="http://schemas.microsoft.com/office/2006/metadata/properties" xmlns:ns1="http://schemas.microsoft.com/sharepoint/v3" xmlns:ns2="8c647059-8d0f-45e5-8ffb-f8c2fc17d8cd" xmlns:ns3="06e677a7-3486-4d0f-863d-80760ca86f7f" targetNamespace="http://schemas.microsoft.com/office/2006/metadata/properties" ma:root="true" ma:fieldsID="61f4a5a3f247c7c4d364e12106da33a4" ns1:_="" ns2:_="" ns3:_="">
    <xsd:import namespace="http://schemas.microsoft.com/sharepoint/v3"/>
    <xsd:import namespace="8c647059-8d0f-45e5-8ffb-f8c2fc17d8cd"/>
    <xsd:import namespace="06e677a7-3486-4d0f-863d-80760ca86f7f"/>
    <xsd:element name="properties">
      <xsd:complexType>
        <xsd:sequence>
          <xsd:element name="documentManagement">
            <xsd:complexType>
              <xsd:all>
                <xsd:element ref="ns1:AverageRating" minOccurs="0"/>
                <xsd:element ref="ns1:RatingCount" minOccurs="0"/>
                <xsd:element ref="ns1:RatedBy" minOccurs="0"/>
                <xsd:element ref="ns1:Ratings" minOccurs="0"/>
                <xsd:element ref="ns1:LikesCount" minOccurs="0"/>
                <xsd:element ref="ns1:LikedBy" minOccurs="0"/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AutoKeyPoints" minOccurs="0"/>
                <xsd:element ref="ns3:MediaServiceKeyPoints" minOccurs="0"/>
                <xsd:element ref="ns3:lcf76f155ced4ddcb4097134ff3c332f" minOccurs="0"/>
                <xsd:element ref="ns2:TaxCatchAll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ObjectDetectorVersions" minOccurs="0"/>
                <xsd:element ref="ns3:MediaServiceSearchProperties" minOccurs="0"/>
                <xsd:element ref="ns3:MediaServiceLocation" minOccurs="0"/>
                <xsd:element ref="ns3:MediaServiceBillingMetadata" minOccurs="0"/>
                <xsd:element ref="ns3:TranslatedLang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AverageRating" ma:index="4" nillable="true" ma:displayName="Rating (0-5)" ma:decimals="2" ma:description="Average value of all the ratings that have been submitted" ma:internalName="AverageRating" ma:readOnly="true">
      <xsd:simpleType>
        <xsd:restriction base="dms:Number"/>
      </xsd:simpleType>
    </xsd:element>
    <xsd:element name="RatingCount" ma:index="5" nillable="true" ma:displayName="Number of Ratings" ma:decimals="0" ma:description="Number of ratings submitted" ma:internalName="RatingCount" ma:readOnly="true">
      <xsd:simpleType>
        <xsd:restriction base="dms:Number"/>
      </xsd:simpleType>
    </xsd:element>
    <xsd:element name="RatedBy" ma:index="6" nillable="true" ma:displayName="Rated By" ma:description="Users rated the item." ma:hidden="true" ma:list="UserInfo" ma:internalName="Rat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atings" ma:index="7" nillable="true" ma:displayName="User ratings" ma:description="User ratings for the item" ma:hidden="true" ma:internalName="Ratings">
      <xsd:simpleType>
        <xsd:restriction base="dms:Note"/>
      </xsd:simpleType>
    </xsd:element>
    <xsd:element name="LikesCount" ma:index="8" nillable="true" ma:displayName="Number of Likes" ma:internalName="LikesCount">
      <xsd:simpleType>
        <xsd:restriction base="dms:Unknown"/>
      </xsd:simpleType>
    </xsd:element>
    <xsd:element name="LikedBy" ma:index="9" nillable="true" ma:displayName="Liked By" ma:hidden="true" ma:list="UserInfo" ma:internalName="Lik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647059-8d0f-45e5-8ffb-f8c2fc17d8cd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7fd3c0c3-2b89-44a6-bcd4-a9904a7f2a9c}" ma:internalName="TaxCatchAll" ma:showField="CatchAllData" ma:web="8c647059-8d0f-45e5-8ffb-f8c2fc17d8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e677a7-3486-4d0f-863d-80760ca86f7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9" nillable="true" ma:displayName="Tags" ma:internalName="MediaServiceAutoTag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9cec1cc2-5b8e-42fe-ad3b-746beff2845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2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31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Note"/>
      </xsd:simpleType>
    </xsd:element>
    <xsd:element name="TranslatedLang" ma:index="33" nillable="true" ma:displayName="Translated Language" ma:internalName="TranslatedLang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0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E2A3D90-5B5B-45BF-B15D-EB01DD9B0988}">
  <ds:schemaRefs>
    <ds:schemaRef ds:uri="06e677a7-3486-4d0f-863d-80760ca86f7f"/>
    <ds:schemaRef ds:uri="8c647059-8d0f-45e5-8ffb-f8c2fc17d8c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B03B779-08A8-40E8-B7EF-368BD2B16C01}">
  <ds:schemaRefs>
    <ds:schemaRef ds:uri="06e677a7-3486-4d0f-863d-80760ca86f7f"/>
    <ds:schemaRef ds:uri="8c647059-8d0f-45e5-8ffb-f8c2fc17d8c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9430889-9F0B-4B98-9626-77D0CBBDC5B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4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Conception personnalisée</vt:lpstr>
      <vt:lpstr>Custom Design</vt:lpstr>
      <vt:lpstr>1_Conception personnalisée</vt:lpstr>
      <vt:lpstr>PowerPoint Presentation</vt:lpstr>
      <vt:lpstr>Business</vt:lpstr>
      <vt:lpstr>Freight Management</vt:lpstr>
      <vt:lpstr>Road Transportation </vt:lpstr>
      <vt:lpstr>HEAVY-EQUIPMENT (Generic or agricultural or marine ) - CARRIER</vt:lpstr>
      <vt:lpstr>Organizational</vt:lpstr>
      <vt:lpstr>Platform </vt:lpstr>
      <vt:lpstr>Operations </vt:lpstr>
      <vt:lpstr>Sustainability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to use the Deck</dc:title>
  <dc:creator>Pascale SIMON</dc:creator>
  <cp:revision>2</cp:revision>
  <dcterms:created xsi:type="dcterms:W3CDTF">2020-01-30T12:46:06Z</dcterms:created>
  <dcterms:modified xsi:type="dcterms:W3CDTF">2026-10-02T17:08:03Z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0x010100249E3473AC03BC4B87247C6B823B5934</vt:lpwstr>
  </property>
  <property fmtid="{D5CDD505-2E9C-101B-9397-08002B2CF9AE}" pid="3" name="MediaServiceImageTags">
    <vt:lpwstr/>
  </property>
</Properties>
</file>